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62" r:id="rId6"/>
    <p:sldId id="264" r:id="rId7"/>
    <p:sldId id="265" r:id="rId8"/>
    <p:sldId id="266" r:id="rId9"/>
    <p:sldId id="267" r:id="rId10"/>
    <p:sldId id="269" r:id="rId11"/>
    <p:sldId id="270" r:id="rId12"/>
    <p:sldId id="273" r:id="rId13"/>
    <p:sldId id="274" r:id="rId14"/>
    <p:sldId id="275" r:id="rId15"/>
    <p:sldId id="277" r:id="rId16"/>
    <p:sldId id="278" r:id="rId17"/>
    <p:sldId id="279" r:id="rId18"/>
    <p:sldId id="281" r:id="rId19"/>
    <p:sldId id="287" r:id="rId20"/>
    <p:sldId id="285" r:id="rId2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microsoft.com/office/2007/relationships/hdphoto" Target="../media/image2.wdp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38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7" Type="http://schemas.openxmlformats.org/officeDocument/2006/relationships/tags" Target="../tags/tag100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0" Type="http://schemas.openxmlformats.org/officeDocument/2006/relationships/tags" Target="../tags/tag119.xml"/><Relationship Id="rId2" Type="http://schemas.openxmlformats.org/officeDocument/2006/relationships/tags" Target="../tags/tag101.xml"/><Relationship Id="rId19" Type="http://schemas.openxmlformats.org/officeDocument/2006/relationships/tags" Target="../tags/tag118.xml"/><Relationship Id="rId18" Type="http://schemas.openxmlformats.org/officeDocument/2006/relationships/tags" Target="../tags/tag117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7" Type="http://schemas.openxmlformats.org/officeDocument/2006/relationships/tags" Target="../tags/tag135.xml"/><Relationship Id="rId16" Type="http://schemas.openxmlformats.org/officeDocument/2006/relationships/tags" Target="../tags/tag134.xml"/><Relationship Id="rId15" Type="http://schemas.openxmlformats.org/officeDocument/2006/relationships/tags" Target="../tags/tag133.xml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7" Type="http://schemas.openxmlformats.org/officeDocument/2006/relationships/tags" Target="../tags/tag162.xml"/><Relationship Id="rId16" Type="http://schemas.openxmlformats.org/officeDocument/2006/relationships/tags" Target="../tags/tag161.xml"/><Relationship Id="rId15" Type="http://schemas.openxmlformats.org/officeDocument/2006/relationships/tags" Target="../tags/tag160.xml"/><Relationship Id="rId14" Type="http://schemas.openxmlformats.org/officeDocument/2006/relationships/tags" Target="../tags/tag159.xml"/><Relationship Id="rId13" Type="http://schemas.openxmlformats.org/officeDocument/2006/relationships/tags" Target="../tags/tag158.xml"/><Relationship Id="rId12" Type="http://schemas.openxmlformats.org/officeDocument/2006/relationships/tags" Target="../tags/tag15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7" Type="http://schemas.openxmlformats.org/officeDocument/2006/relationships/tags" Target="../tags/tag178.xml"/><Relationship Id="rId16" Type="http://schemas.openxmlformats.org/officeDocument/2006/relationships/tags" Target="../tags/tag177.xml"/><Relationship Id="rId15" Type="http://schemas.openxmlformats.org/officeDocument/2006/relationships/tags" Target="../tags/tag176.xml"/><Relationship Id="rId14" Type="http://schemas.openxmlformats.org/officeDocument/2006/relationships/tags" Target="../tags/tag175.xml"/><Relationship Id="rId13" Type="http://schemas.openxmlformats.org/officeDocument/2006/relationships/tags" Target="../tags/tag174.xml"/><Relationship Id="rId12" Type="http://schemas.openxmlformats.org/officeDocument/2006/relationships/tags" Target="../tags/tag173.xml"/><Relationship Id="rId11" Type="http://schemas.openxmlformats.org/officeDocument/2006/relationships/tags" Target="../tags/tag172.xml"/><Relationship Id="rId10" Type="http://schemas.openxmlformats.org/officeDocument/2006/relationships/tags" Target="../tags/tag17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00.xml"/><Relationship Id="rId8" Type="http://schemas.openxmlformats.org/officeDocument/2006/relationships/tags" Target="../tags/tag199.xml"/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tags" Target="../tags/tag215.xml"/><Relationship Id="rId7" Type="http://schemas.openxmlformats.org/officeDocument/2006/relationships/tags" Target="../tags/tag214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7" Type="http://schemas.openxmlformats.org/officeDocument/2006/relationships/tags" Target="../tags/tag224.xml"/><Relationship Id="rId16" Type="http://schemas.openxmlformats.org/officeDocument/2006/relationships/tags" Target="../tags/tag223.xml"/><Relationship Id="rId15" Type="http://schemas.openxmlformats.org/officeDocument/2006/relationships/tags" Target="../tags/tag222.xml"/><Relationship Id="rId14" Type="http://schemas.openxmlformats.org/officeDocument/2006/relationships/tags" Target="../tags/tag221.xml"/><Relationship Id="rId13" Type="http://schemas.openxmlformats.org/officeDocument/2006/relationships/tags" Target="../tags/tag220.xml"/><Relationship Id="rId12" Type="http://schemas.openxmlformats.org/officeDocument/2006/relationships/tags" Target="../tags/tag219.xml"/><Relationship Id="rId11" Type="http://schemas.openxmlformats.org/officeDocument/2006/relationships/tags" Target="../tags/tag218.xml"/><Relationship Id="rId10" Type="http://schemas.openxmlformats.org/officeDocument/2006/relationships/tags" Target="../tags/tag217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7" Type="http://schemas.openxmlformats.org/officeDocument/2006/relationships/tags" Target="../tags/tag240.xml"/><Relationship Id="rId16" Type="http://schemas.openxmlformats.org/officeDocument/2006/relationships/tags" Target="../tags/tag239.xml"/><Relationship Id="rId15" Type="http://schemas.openxmlformats.org/officeDocument/2006/relationships/tags" Target="../tags/tag238.xml"/><Relationship Id="rId14" Type="http://schemas.openxmlformats.org/officeDocument/2006/relationships/tags" Target="../tags/tag237.xml"/><Relationship Id="rId13" Type="http://schemas.openxmlformats.org/officeDocument/2006/relationships/tags" Target="../tags/tag236.xml"/><Relationship Id="rId12" Type="http://schemas.openxmlformats.org/officeDocument/2006/relationships/tags" Target="../tags/tag235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48.xml"/><Relationship Id="rId8" Type="http://schemas.openxmlformats.org/officeDocument/2006/relationships/tags" Target="../tags/tag247.xml"/><Relationship Id="rId7" Type="http://schemas.openxmlformats.org/officeDocument/2006/relationships/tags" Target="../tags/tag246.xml"/><Relationship Id="rId6" Type="http://schemas.openxmlformats.org/officeDocument/2006/relationships/tags" Target="../tags/tag245.xml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8" Type="http://schemas.openxmlformats.org/officeDocument/2006/relationships/tags" Target="../tags/tag257.xml"/><Relationship Id="rId17" Type="http://schemas.openxmlformats.org/officeDocument/2006/relationships/tags" Target="../tags/tag256.xml"/><Relationship Id="rId16" Type="http://schemas.openxmlformats.org/officeDocument/2006/relationships/tags" Target="../tags/tag255.xml"/><Relationship Id="rId15" Type="http://schemas.openxmlformats.org/officeDocument/2006/relationships/tags" Target="../tags/tag254.xml"/><Relationship Id="rId14" Type="http://schemas.openxmlformats.org/officeDocument/2006/relationships/tags" Target="../tags/tag253.xml"/><Relationship Id="rId13" Type="http://schemas.openxmlformats.org/officeDocument/2006/relationships/tags" Target="../tags/tag252.xml"/><Relationship Id="rId12" Type="http://schemas.openxmlformats.org/officeDocument/2006/relationships/tags" Target="../tags/tag251.xml"/><Relationship Id="rId11" Type="http://schemas.openxmlformats.org/officeDocument/2006/relationships/tags" Target="../tags/tag250.xml"/><Relationship Id="rId10" Type="http://schemas.openxmlformats.org/officeDocument/2006/relationships/tags" Target="../tags/tag24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65.xml"/><Relationship Id="rId8" Type="http://schemas.openxmlformats.org/officeDocument/2006/relationships/tags" Target="../tags/tag264.xml"/><Relationship Id="rId7" Type="http://schemas.openxmlformats.org/officeDocument/2006/relationships/tags" Target="../tags/tag263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tags" Target="../tags/tag260.xml"/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4" Type="http://schemas.openxmlformats.org/officeDocument/2006/relationships/tags" Target="../tags/tag270.xml"/><Relationship Id="rId13" Type="http://schemas.openxmlformats.org/officeDocument/2006/relationships/tags" Target="../tags/tag269.xml"/><Relationship Id="rId12" Type="http://schemas.openxmlformats.org/officeDocument/2006/relationships/tags" Target="../tags/tag268.xml"/><Relationship Id="rId11" Type="http://schemas.openxmlformats.org/officeDocument/2006/relationships/tags" Target="../tags/tag267.xml"/><Relationship Id="rId10" Type="http://schemas.openxmlformats.org/officeDocument/2006/relationships/tags" Target="../tags/tag266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76.xml"/><Relationship Id="rId8" Type="http://schemas.openxmlformats.org/officeDocument/2006/relationships/tags" Target="../tags/tag275.xml"/><Relationship Id="rId7" Type="http://schemas.openxmlformats.org/officeDocument/2006/relationships/tags" Target="../tags/tag274.xml"/><Relationship Id="rId6" Type="http://schemas.openxmlformats.org/officeDocument/2006/relationships/tags" Target="../tags/tag273.xml"/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5" Type="http://schemas.openxmlformats.org/officeDocument/2006/relationships/tags" Target="../tags/tag282.xml"/><Relationship Id="rId14" Type="http://schemas.openxmlformats.org/officeDocument/2006/relationships/tags" Target="../tags/tag281.xml"/><Relationship Id="rId13" Type="http://schemas.openxmlformats.org/officeDocument/2006/relationships/tags" Target="../tags/tag280.xml"/><Relationship Id="rId12" Type="http://schemas.openxmlformats.org/officeDocument/2006/relationships/tags" Target="../tags/tag279.xml"/><Relationship Id="rId11" Type="http://schemas.openxmlformats.org/officeDocument/2006/relationships/tags" Target="../tags/tag278.xml"/><Relationship Id="rId10" Type="http://schemas.openxmlformats.org/officeDocument/2006/relationships/tags" Target="../tags/tag277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90.xml"/><Relationship Id="rId8" Type="http://schemas.openxmlformats.org/officeDocument/2006/relationships/tags" Target="../tags/tag289.xml"/><Relationship Id="rId7" Type="http://schemas.openxmlformats.org/officeDocument/2006/relationships/tags" Target="../tags/tag288.xml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4" Type="http://schemas.openxmlformats.org/officeDocument/2006/relationships/tags" Target="../tags/tag305.xml"/><Relationship Id="rId23" Type="http://schemas.openxmlformats.org/officeDocument/2006/relationships/tags" Target="../tags/tag304.xml"/><Relationship Id="rId22" Type="http://schemas.openxmlformats.org/officeDocument/2006/relationships/tags" Target="../tags/tag303.xml"/><Relationship Id="rId21" Type="http://schemas.openxmlformats.org/officeDocument/2006/relationships/tags" Target="../tags/tag302.xml"/><Relationship Id="rId20" Type="http://schemas.openxmlformats.org/officeDocument/2006/relationships/tags" Target="../tags/tag301.xml"/><Relationship Id="rId2" Type="http://schemas.openxmlformats.org/officeDocument/2006/relationships/tags" Target="../tags/tag283.xml"/><Relationship Id="rId19" Type="http://schemas.openxmlformats.org/officeDocument/2006/relationships/tags" Target="../tags/tag300.xml"/><Relationship Id="rId18" Type="http://schemas.openxmlformats.org/officeDocument/2006/relationships/tags" Target="../tags/tag299.xml"/><Relationship Id="rId17" Type="http://schemas.openxmlformats.org/officeDocument/2006/relationships/tags" Target="../tags/tag298.xml"/><Relationship Id="rId16" Type="http://schemas.openxmlformats.org/officeDocument/2006/relationships/tags" Target="../tags/tag297.xml"/><Relationship Id="rId15" Type="http://schemas.openxmlformats.org/officeDocument/2006/relationships/tags" Target="../tags/tag296.xml"/><Relationship Id="rId14" Type="http://schemas.openxmlformats.org/officeDocument/2006/relationships/tags" Target="../tags/tag295.xml"/><Relationship Id="rId13" Type="http://schemas.openxmlformats.org/officeDocument/2006/relationships/tags" Target="../tags/tag294.xml"/><Relationship Id="rId12" Type="http://schemas.openxmlformats.org/officeDocument/2006/relationships/tags" Target="../tags/tag293.xml"/><Relationship Id="rId11" Type="http://schemas.openxmlformats.org/officeDocument/2006/relationships/tags" Target="../tags/tag292.xml"/><Relationship Id="rId10" Type="http://schemas.openxmlformats.org/officeDocument/2006/relationships/tags" Target="../tags/tag291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tags" Target="../tags/tag310.xml"/><Relationship Id="rId5" Type="http://schemas.openxmlformats.org/officeDocument/2006/relationships/tags" Target="../tags/tag309.xml"/><Relationship Id="rId4" Type="http://schemas.openxmlformats.org/officeDocument/2006/relationships/tags" Target="../tags/tag308.xml"/><Relationship Id="rId3" Type="http://schemas.openxmlformats.org/officeDocument/2006/relationships/tags" Target="../tags/tag307.xml"/><Relationship Id="rId2" Type="http://schemas.openxmlformats.org/officeDocument/2006/relationships/tags" Target="../tags/tag306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316.xml"/><Relationship Id="rId8" Type="http://schemas.openxmlformats.org/officeDocument/2006/relationships/tags" Target="../tags/tag315.xml"/><Relationship Id="rId7" Type="http://schemas.openxmlformats.org/officeDocument/2006/relationships/tags" Target="../tags/tag314.xml"/><Relationship Id="rId6" Type="http://schemas.openxmlformats.org/officeDocument/2006/relationships/tags" Target="../tags/tag313.xml"/><Relationship Id="rId5" Type="http://schemas.microsoft.com/office/2007/relationships/hdphoto" Target="../media/image2.wdp"/><Relationship Id="rId4" Type="http://schemas.openxmlformats.org/officeDocument/2006/relationships/image" Target="../media/image1.png"/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3" Type="http://schemas.openxmlformats.org/officeDocument/2006/relationships/tags" Target="../tags/tag320.xml"/><Relationship Id="rId12" Type="http://schemas.openxmlformats.org/officeDocument/2006/relationships/tags" Target="../tags/tag319.xml"/><Relationship Id="rId11" Type="http://schemas.openxmlformats.org/officeDocument/2006/relationships/tags" Target="../tags/tag318.xml"/><Relationship Id="rId10" Type="http://schemas.openxmlformats.org/officeDocument/2006/relationships/tags" Target="../tags/tag317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7" Type="http://schemas.openxmlformats.org/officeDocument/2006/relationships/tags" Target="../tags/tag326.xml"/><Relationship Id="rId6" Type="http://schemas.openxmlformats.org/officeDocument/2006/relationships/tags" Target="../tags/tag325.xml"/><Relationship Id="rId5" Type="http://schemas.openxmlformats.org/officeDocument/2006/relationships/tags" Target="../tags/tag324.xml"/><Relationship Id="rId4" Type="http://schemas.openxmlformats.org/officeDocument/2006/relationships/tags" Target="../tags/tag323.xml"/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334.xml"/><Relationship Id="rId8" Type="http://schemas.openxmlformats.org/officeDocument/2006/relationships/tags" Target="../tags/tag333.xml"/><Relationship Id="rId7" Type="http://schemas.openxmlformats.org/officeDocument/2006/relationships/tags" Target="../tags/tag332.xml"/><Relationship Id="rId6" Type="http://schemas.openxmlformats.org/officeDocument/2006/relationships/tags" Target="../tags/tag331.xml"/><Relationship Id="rId5" Type="http://schemas.openxmlformats.org/officeDocument/2006/relationships/tags" Target="../tags/tag330.xml"/><Relationship Id="rId4" Type="http://schemas.openxmlformats.org/officeDocument/2006/relationships/tags" Target="../tags/tag329.xml"/><Relationship Id="rId3" Type="http://schemas.openxmlformats.org/officeDocument/2006/relationships/tags" Target="../tags/tag328.xml"/><Relationship Id="rId2" Type="http://schemas.openxmlformats.org/officeDocument/2006/relationships/tags" Target="../tags/tag327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tags" Target="../tags/tag338.xml"/><Relationship Id="rId4" Type="http://schemas.openxmlformats.org/officeDocument/2006/relationships/tags" Target="../tags/tag337.xml"/><Relationship Id="rId3" Type="http://schemas.openxmlformats.org/officeDocument/2006/relationships/tags" Target="../tags/tag336.xml"/><Relationship Id="rId2" Type="http://schemas.openxmlformats.org/officeDocument/2006/relationships/tags" Target="../tags/tag335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tags" Target="../tags/tag341.xml"/><Relationship Id="rId3" Type="http://schemas.openxmlformats.org/officeDocument/2006/relationships/tags" Target="../tags/tag340.xml"/><Relationship Id="rId2" Type="http://schemas.openxmlformats.org/officeDocument/2006/relationships/tags" Target="../tags/tag339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5" Type="http://schemas.openxmlformats.org/officeDocument/2006/relationships/tags" Target="../tags/tag345.xml"/><Relationship Id="rId4" Type="http://schemas.openxmlformats.org/officeDocument/2006/relationships/tags" Target="../tags/tag344.xml"/><Relationship Id="rId3" Type="http://schemas.openxmlformats.org/officeDocument/2006/relationships/tags" Target="../tags/tag343.xml"/><Relationship Id="rId2" Type="http://schemas.openxmlformats.org/officeDocument/2006/relationships/tags" Target="../tags/tag342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350.xml"/><Relationship Id="rId5" Type="http://schemas.openxmlformats.org/officeDocument/2006/relationships/tags" Target="../tags/tag349.xml"/><Relationship Id="rId4" Type="http://schemas.openxmlformats.org/officeDocument/2006/relationships/tags" Target="../tags/tag348.xml"/><Relationship Id="rId3" Type="http://schemas.openxmlformats.org/officeDocument/2006/relationships/tags" Target="../tags/tag347.xml"/><Relationship Id="rId2" Type="http://schemas.openxmlformats.org/officeDocument/2006/relationships/tags" Target="../tags/tag346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356.xml"/><Relationship Id="rId8" Type="http://schemas.openxmlformats.org/officeDocument/2006/relationships/tags" Target="../tags/tag355.xml"/><Relationship Id="rId7" Type="http://schemas.openxmlformats.org/officeDocument/2006/relationships/tags" Target="../tags/tag354.xml"/><Relationship Id="rId6" Type="http://schemas.openxmlformats.org/officeDocument/2006/relationships/tags" Target="../tags/tag353.xml"/><Relationship Id="rId5" Type="http://schemas.microsoft.com/office/2007/relationships/hdphoto" Target="../media/image2.wdp"/><Relationship Id="rId4" Type="http://schemas.openxmlformats.org/officeDocument/2006/relationships/image" Target="../media/image1.png"/><Relationship Id="rId3" Type="http://schemas.openxmlformats.org/officeDocument/2006/relationships/tags" Target="../tags/tag352.xml"/><Relationship Id="rId29" Type="http://schemas.openxmlformats.org/officeDocument/2006/relationships/tags" Target="../tags/tag376.xml"/><Relationship Id="rId28" Type="http://schemas.openxmlformats.org/officeDocument/2006/relationships/tags" Target="../tags/tag375.xml"/><Relationship Id="rId27" Type="http://schemas.openxmlformats.org/officeDocument/2006/relationships/tags" Target="../tags/tag374.xml"/><Relationship Id="rId26" Type="http://schemas.openxmlformats.org/officeDocument/2006/relationships/tags" Target="../tags/tag373.xml"/><Relationship Id="rId25" Type="http://schemas.openxmlformats.org/officeDocument/2006/relationships/tags" Target="../tags/tag372.xml"/><Relationship Id="rId24" Type="http://schemas.openxmlformats.org/officeDocument/2006/relationships/tags" Target="../tags/tag371.xml"/><Relationship Id="rId23" Type="http://schemas.openxmlformats.org/officeDocument/2006/relationships/tags" Target="../tags/tag370.xml"/><Relationship Id="rId22" Type="http://schemas.openxmlformats.org/officeDocument/2006/relationships/tags" Target="../tags/tag369.xml"/><Relationship Id="rId21" Type="http://schemas.openxmlformats.org/officeDocument/2006/relationships/tags" Target="../tags/tag368.xml"/><Relationship Id="rId20" Type="http://schemas.openxmlformats.org/officeDocument/2006/relationships/tags" Target="../tags/tag367.xml"/><Relationship Id="rId2" Type="http://schemas.openxmlformats.org/officeDocument/2006/relationships/tags" Target="../tags/tag351.xml"/><Relationship Id="rId19" Type="http://schemas.openxmlformats.org/officeDocument/2006/relationships/tags" Target="../tags/tag366.xml"/><Relationship Id="rId18" Type="http://schemas.openxmlformats.org/officeDocument/2006/relationships/tags" Target="../tags/tag365.xml"/><Relationship Id="rId17" Type="http://schemas.openxmlformats.org/officeDocument/2006/relationships/tags" Target="../tags/tag364.xml"/><Relationship Id="rId16" Type="http://schemas.openxmlformats.org/officeDocument/2006/relationships/tags" Target="../tags/tag363.xml"/><Relationship Id="rId15" Type="http://schemas.openxmlformats.org/officeDocument/2006/relationships/tags" Target="../tags/tag362.xml"/><Relationship Id="rId14" Type="http://schemas.openxmlformats.org/officeDocument/2006/relationships/tags" Target="../tags/tag361.xml"/><Relationship Id="rId13" Type="http://schemas.openxmlformats.org/officeDocument/2006/relationships/tags" Target="../tags/tag360.xml"/><Relationship Id="rId12" Type="http://schemas.openxmlformats.org/officeDocument/2006/relationships/tags" Target="../tags/tag359.xml"/><Relationship Id="rId11" Type="http://schemas.openxmlformats.org/officeDocument/2006/relationships/tags" Target="../tags/tag358.xml"/><Relationship Id="rId10" Type="http://schemas.openxmlformats.org/officeDocument/2006/relationships/tags" Target="../tags/tag357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382.xml"/><Relationship Id="rId8" Type="http://schemas.openxmlformats.org/officeDocument/2006/relationships/tags" Target="../tags/tag381.xml"/><Relationship Id="rId7" Type="http://schemas.openxmlformats.org/officeDocument/2006/relationships/tags" Target="../tags/tag380.xml"/><Relationship Id="rId6" Type="http://schemas.openxmlformats.org/officeDocument/2006/relationships/tags" Target="../tags/tag379.xml"/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openxmlformats.org/officeDocument/2006/relationships/tags" Target="../tags/tag378.xml"/><Relationship Id="rId2" Type="http://schemas.openxmlformats.org/officeDocument/2006/relationships/tags" Target="../tags/tag377.xml"/><Relationship Id="rId15" Type="http://schemas.openxmlformats.org/officeDocument/2006/relationships/tags" Target="../tags/tag388.xml"/><Relationship Id="rId14" Type="http://schemas.openxmlformats.org/officeDocument/2006/relationships/tags" Target="../tags/tag387.xml"/><Relationship Id="rId13" Type="http://schemas.openxmlformats.org/officeDocument/2006/relationships/tags" Target="../tags/tag386.xml"/><Relationship Id="rId12" Type="http://schemas.openxmlformats.org/officeDocument/2006/relationships/tags" Target="../tags/tag385.xml"/><Relationship Id="rId11" Type="http://schemas.openxmlformats.org/officeDocument/2006/relationships/tags" Target="../tags/tag384.xml"/><Relationship Id="rId10" Type="http://schemas.openxmlformats.org/officeDocument/2006/relationships/tags" Target="../tags/tag383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394.xml"/><Relationship Id="rId8" Type="http://schemas.openxmlformats.org/officeDocument/2006/relationships/tags" Target="../tags/tag393.xml"/><Relationship Id="rId7" Type="http://schemas.openxmlformats.org/officeDocument/2006/relationships/tags" Target="../tags/tag392.xml"/><Relationship Id="rId6" Type="http://schemas.openxmlformats.org/officeDocument/2006/relationships/tags" Target="../tags/tag391.xml"/><Relationship Id="rId5" Type="http://schemas.microsoft.com/office/2007/relationships/hdphoto" Target="../media/image2.wdp"/><Relationship Id="rId4" Type="http://schemas.openxmlformats.org/officeDocument/2006/relationships/image" Target="../media/image1.png"/><Relationship Id="rId3" Type="http://schemas.openxmlformats.org/officeDocument/2006/relationships/tags" Target="../tags/tag390.xml"/><Relationship Id="rId2" Type="http://schemas.openxmlformats.org/officeDocument/2006/relationships/tags" Target="../tags/tag389.xml"/><Relationship Id="rId12" Type="http://schemas.openxmlformats.org/officeDocument/2006/relationships/tags" Target="../tags/tag397.xml"/><Relationship Id="rId11" Type="http://schemas.openxmlformats.org/officeDocument/2006/relationships/tags" Target="../tags/tag396.xml"/><Relationship Id="rId10" Type="http://schemas.openxmlformats.org/officeDocument/2006/relationships/tags" Target="../tags/tag39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59"/>
          <p:cNvSpPr/>
          <p:nvPr userDrawn="1">
            <p:custDataLst>
              <p:tags r:id="rId2"/>
            </p:custDataLst>
          </p:nvPr>
        </p:nvSpPr>
        <p:spPr>
          <a:xfrm>
            <a:off x="7687945" y="4854575"/>
            <a:ext cx="4502785" cy="2003425"/>
          </a:xfrm>
          <a:custGeom>
            <a:avLst/>
            <a:gdLst>
              <a:gd name="connsiteX0" fmla="*/ 3422801 w 5407679"/>
              <a:gd name="connsiteY0" fmla="*/ 0 h 2406016"/>
              <a:gd name="connsiteX1" fmla="*/ 5236006 w 5407679"/>
              <a:gd name="connsiteY1" fmla="*/ 482624 h 2406016"/>
              <a:gd name="connsiteX2" fmla="*/ 5407679 w 5407679"/>
              <a:gd name="connsiteY2" fmla="*/ 589781 h 2406016"/>
              <a:gd name="connsiteX3" fmla="*/ 5407679 w 5407679"/>
              <a:gd name="connsiteY3" fmla="*/ 2406016 h 2406016"/>
              <a:gd name="connsiteX4" fmla="*/ 0 w 5407679"/>
              <a:gd name="connsiteY4" fmla="*/ 2406016 h 2406016"/>
              <a:gd name="connsiteX5" fmla="*/ 66315 w 5407679"/>
              <a:gd name="connsiteY5" fmla="*/ 2224829 h 2406016"/>
              <a:gd name="connsiteX6" fmla="*/ 3422801 w 5407679"/>
              <a:gd name="connsiteY6" fmla="*/ 0 h 240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7679" h="2406016">
                <a:moveTo>
                  <a:pt x="3422801" y="0"/>
                </a:moveTo>
                <a:cubicBezTo>
                  <a:pt x="4082935" y="0"/>
                  <a:pt x="4702056" y="175595"/>
                  <a:pt x="5236006" y="482624"/>
                </a:cubicBezTo>
                <a:lnTo>
                  <a:pt x="5407679" y="589781"/>
                </a:lnTo>
                <a:lnTo>
                  <a:pt x="5407679" y="2406016"/>
                </a:lnTo>
                <a:lnTo>
                  <a:pt x="0" y="2406016"/>
                </a:lnTo>
                <a:lnTo>
                  <a:pt x="66315" y="2224829"/>
                </a:lnTo>
                <a:cubicBezTo>
                  <a:pt x="619315" y="917391"/>
                  <a:pt x="1913924" y="0"/>
                  <a:pt x="3422801" y="0"/>
                </a:cubicBezTo>
                <a:close/>
              </a:path>
            </a:pathLst>
          </a:custGeom>
          <a:solidFill>
            <a:schemeClr val="accent4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accent4"/>
              </a:solidFill>
              <a:cs typeface="MiSans Bold" panose="00000800000000000000" pitchFamily="2" charset="-122"/>
            </a:endParaRPr>
          </a:p>
        </p:txBody>
      </p:sp>
      <p:pic>
        <p:nvPicPr>
          <p:cNvPr id="12" name="图片 11" descr="城市的高楼大厦&#10;&#10;描述已自动生成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393" b="4831"/>
          <a:stretch>
            <a:fillRect/>
          </a:stretch>
        </p:blipFill>
        <p:spPr>
          <a:xfrm>
            <a:off x="0" y="0"/>
            <a:ext cx="12192098" cy="6159090"/>
          </a:xfrm>
          <a:prstGeom prst="rect">
            <a:avLst/>
          </a:prstGeom>
        </p:spPr>
      </p:pic>
      <p:sp>
        <p:nvSpPr>
          <p:cNvPr id="3" name="矩形 2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158865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4" name="矩形 3"/>
          <p:cNvSpPr/>
          <p:nvPr userDrawn="1">
            <p:custDataLst>
              <p:tags r:id="rId7"/>
            </p:custDataLst>
          </p:nvPr>
        </p:nvSpPr>
        <p:spPr>
          <a:xfrm>
            <a:off x="-49" y="6088077"/>
            <a:ext cx="12192098" cy="1520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1"/>
              </a:solidFill>
              <a:cs typeface="MiSans Bold" panose="00000800000000000000" pitchFamily="2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11078210" y="581660"/>
            <a:ext cx="622935" cy="91440"/>
            <a:chOff x="17169" y="614"/>
            <a:chExt cx="981" cy="144"/>
          </a:xfrm>
        </p:grpSpPr>
        <p:sp>
          <p:nvSpPr>
            <p:cNvPr id="9" name="椭圆 5"/>
            <p:cNvSpPr/>
            <p:nvPr userDrawn="1">
              <p:custDataLst>
                <p:tags r:id="rId8"/>
              </p:custDataLst>
            </p:nvPr>
          </p:nvSpPr>
          <p:spPr>
            <a:xfrm>
              <a:off x="17169" y="614"/>
              <a:ext cx="144" cy="14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7" name="椭圆 6"/>
            <p:cNvSpPr/>
            <p:nvPr userDrawn="1">
              <p:custDataLst>
                <p:tags r:id="rId9"/>
              </p:custDataLst>
            </p:nvPr>
          </p:nvSpPr>
          <p:spPr>
            <a:xfrm>
              <a:off x="17588" y="614"/>
              <a:ext cx="144" cy="144"/>
            </a:xfrm>
            <a:prstGeom prst="ellipse">
              <a:avLst/>
            </a:prstGeom>
            <a:solidFill>
              <a:schemeClr val="accent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11" name="椭圆 10"/>
            <p:cNvSpPr/>
            <p:nvPr userDrawn="1">
              <p:custDataLst>
                <p:tags r:id="rId10"/>
              </p:custDataLst>
            </p:nvPr>
          </p:nvSpPr>
          <p:spPr>
            <a:xfrm>
              <a:off x="18006" y="614"/>
              <a:ext cx="144" cy="1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</p:grpSp>
      <p:sp>
        <p:nvSpPr>
          <p:cNvPr id="10" name="Subtitle 9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1016000" y="2159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5" hasCustomPrompt="1"/>
            <p:custDataLst>
              <p:tags r:id="rId12"/>
            </p:custDataLst>
          </p:nvPr>
        </p:nvSpPr>
        <p:spPr>
          <a:xfrm>
            <a:off x="1016000" y="2667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37084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5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826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334000"/>
            <a:ext cx="3098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4826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5334000"/>
            <a:ext cx="3098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4826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5334000"/>
            <a:ext cx="3098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叠-默认位置-并列-38_34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1524000"/>
            <a:ext cx="3810000" cy="2209800"/>
          </a:xfrm>
          <a:custGeom>
            <a:avLst/>
            <a:gdLst>
              <a:gd name="connisteX0" fmla="*/ 0 w 3810000"/>
              <a:gd name="connsiteY0" fmla="*/ 203200 h 2209800"/>
              <a:gd name="connisteX1" fmla="*/ 203200 w 3810000"/>
              <a:gd name="connsiteY1" fmla="*/ 0 h 2209800"/>
              <a:gd name="connisteX2" fmla="*/ 3810000 w 3810000"/>
              <a:gd name="connsiteY2" fmla="*/ 0 h 2209800"/>
              <a:gd name="connisteX3" fmla="*/ 3810000 w 3810000"/>
              <a:gd name="connsiteY3" fmla="*/ 2209800 h 2209800"/>
              <a:gd name="connisteX4" fmla="*/ 203200 w 3810000"/>
              <a:gd name="connsiteY4" fmla="*/ 2209800 h 2209800"/>
              <a:gd name="connisteX5" fmla="*/ 0 w 3810000"/>
              <a:gd name="connsiteY5" fmla="*/ 2006600 h 2209800"/>
              <a:gd name="connisteX6" fmla="*/ 0 w 381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10000" y="0"/>
                </a:lnTo>
                <a:lnTo>
                  <a:pt x="381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4419600" y="15240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18923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4511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248400" y="1524000"/>
            <a:ext cx="3810000" cy="2209800"/>
          </a:xfrm>
          <a:custGeom>
            <a:avLst/>
            <a:gdLst>
              <a:gd name="connisteX0" fmla="*/ 0 w 3810000"/>
              <a:gd name="connsiteY0" fmla="*/ 203200 h 2209800"/>
              <a:gd name="connisteX1" fmla="*/ 203200 w 3810000"/>
              <a:gd name="connsiteY1" fmla="*/ 0 h 2209800"/>
              <a:gd name="connisteX2" fmla="*/ 3810000 w 3810000"/>
              <a:gd name="connsiteY2" fmla="*/ 0 h 2209800"/>
              <a:gd name="connisteX3" fmla="*/ 3810000 w 3810000"/>
              <a:gd name="connsiteY3" fmla="*/ 2209800 h 2209800"/>
              <a:gd name="connisteX4" fmla="*/ 203200 w 3810000"/>
              <a:gd name="connsiteY4" fmla="*/ 2209800 h 2209800"/>
              <a:gd name="connisteX5" fmla="*/ 0 w 3810000"/>
              <a:gd name="connsiteY5" fmla="*/ 2006600 h 2209800"/>
              <a:gd name="connisteX6" fmla="*/ 0 w 381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10000" y="0"/>
                </a:lnTo>
                <a:lnTo>
                  <a:pt x="381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10058400" y="15240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18923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24511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09600" y="4038600"/>
            <a:ext cx="3810000" cy="2209800"/>
          </a:xfrm>
          <a:custGeom>
            <a:avLst/>
            <a:gdLst>
              <a:gd name="connisteX0" fmla="*/ 0 w 3810000"/>
              <a:gd name="connsiteY0" fmla="*/ 203200 h 2209800"/>
              <a:gd name="connisteX1" fmla="*/ 203200 w 3810000"/>
              <a:gd name="connsiteY1" fmla="*/ 0 h 2209800"/>
              <a:gd name="connisteX2" fmla="*/ 3810000 w 3810000"/>
              <a:gd name="connsiteY2" fmla="*/ 0 h 2209800"/>
              <a:gd name="connisteX3" fmla="*/ 3810000 w 3810000"/>
              <a:gd name="connsiteY3" fmla="*/ 2209800 h 2209800"/>
              <a:gd name="connisteX4" fmla="*/ 203200 w 3810000"/>
              <a:gd name="connsiteY4" fmla="*/ 2209800 h 2209800"/>
              <a:gd name="connisteX5" fmla="*/ 0 w 3810000"/>
              <a:gd name="connsiteY5" fmla="*/ 2006600 h 2209800"/>
              <a:gd name="connisteX6" fmla="*/ 0 w 381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10000" y="0"/>
                </a:lnTo>
                <a:lnTo>
                  <a:pt x="381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44196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914400" y="44069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914400" y="49657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6248400" y="4038600"/>
            <a:ext cx="3810000" cy="2209800"/>
          </a:xfrm>
          <a:custGeom>
            <a:avLst/>
            <a:gdLst>
              <a:gd name="connisteX0" fmla="*/ 0 w 3810000"/>
              <a:gd name="connsiteY0" fmla="*/ 203200 h 2209800"/>
              <a:gd name="connisteX1" fmla="*/ 203200 w 3810000"/>
              <a:gd name="connsiteY1" fmla="*/ 0 h 2209800"/>
              <a:gd name="connisteX2" fmla="*/ 3810000 w 3810000"/>
              <a:gd name="connsiteY2" fmla="*/ 0 h 2209800"/>
              <a:gd name="connisteX3" fmla="*/ 3810000 w 3810000"/>
              <a:gd name="connsiteY3" fmla="*/ 2209800 h 2209800"/>
              <a:gd name="connisteX4" fmla="*/ 203200 w 3810000"/>
              <a:gd name="connsiteY4" fmla="*/ 2209800 h 2209800"/>
              <a:gd name="connisteX5" fmla="*/ 0 w 3810000"/>
              <a:gd name="connsiteY5" fmla="*/ 2006600 h 2209800"/>
              <a:gd name="connisteX6" fmla="*/ 0 w 381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10000" y="0"/>
                </a:lnTo>
                <a:lnTo>
                  <a:pt x="381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100584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6553200" y="44069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6553200" y="49657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7846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10972800" cy="2641600"/>
          </a:xfrm>
          <a:custGeom>
            <a:avLst/>
            <a:gdLst>
              <a:gd name="connisteX0" fmla="*/ 0 w 10972800"/>
              <a:gd name="connsiteY0" fmla="*/ 203200 h 2641600"/>
              <a:gd name="connisteX1" fmla="*/ 203200 w 10972800"/>
              <a:gd name="connsiteY1" fmla="*/ 0 h 2641600"/>
              <a:gd name="connisteX2" fmla="*/ 10769600 w 10972800"/>
              <a:gd name="connsiteY2" fmla="*/ 0 h 2641600"/>
              <a:gd name="connisteX3" fmla="*/ 10972800 w 10972800"/>
              <a:gd name="connsiteY3" fmla="*/ 203200 h 2641600"/>
              <a:gd name="connisteX4" fmla="*/ 10972800 w 10972800"/>
              <a:gd name="connsiteY4" fmla="*/ 2438400 h 2641600"/>
              <a:gd name="connisteX5" fmla="*/ 10769600 w 10972800"/>
              <a:gd name="connsiteY5" fmla="*/ 2641600 h 2641600"/>
              <a:gd name="connisteX6" fmla="*/ 203200 w 10972800"/>
              <a:gd name="connsiteY6" fmla="*/ 2641600 h 2641600"/>
              <a:gd name="connisteX7" fmla="*/ 0 w 10972800"/>
              <a:gd name="connsiteY7" fmla="*/ 2438400 h 2641600"/>
              <a:gd name="connisteX8" fmla="*/ 0 w 109728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438400"/>
                </a:lnTo>
                <a:cubicBezTo>
                  <a:pt x="10972800" y="2550624"/>
                  <a:pt x="10881824" y="2641600"/>
                  <a:pt x="107696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775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334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470400" y="4775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470400" y="5334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331200" y="4775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331200" y="5334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背景-装饰背景-并列-57_19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3149600" y="1524000"/>
            <a:ext cx="8432800" cy="1473200"/>
          </a:xfrm>
          <a:custGeom>
            <a:avLst/>
            <a:gdLst>
              <a:gd name="connisteX0" fmla="*/ 0 w 8432800"/>
              <a:gd name="connsiteY0" fmla="*/ 0 h 1473200"/>
              <a:gd name="connisteX1" fmla="*/ 8229600 w 8432800"/>
              <a:gd name="connsiteY1" fmla="*/ 0 h 1473200"/>
              <a:gd name="connisteX2" fmla="*/ 8432800 w 8432800"/>
              <a:gd name="connsiteY2" fmla="*/ 203200 h 1473200"/>
              <a:gd name="connisteX3" fmla="*/ 8432800 w 8432800"/>
              <a:gd name="connsiteY3" fmla="*/ 1270000 h 1473200"/>
              <a:gd name="connisteX4" fmla="*/ 8229600 w 8432800"/>
              <a:gd name="connsiteY4" fmla="*/ 1473200 h 1473200"/>
              <a:gd name="connisteX5" fmla="*/ 0 w 8432800"/>
              <a:gd name="connsiteY5" fmla="*/ 1473200 h 1473200"/>
              <a:gd name="connisteX6" fmla="*/ 0 w 8432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14732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1270000"/>
                </a:lnTo>
                <a:cubicBezTo>
                  <a:pt x="8432800" y="1382224"/>
                  <a:pt x="8341824" y="1473200"/>
                  <a:pt x="8229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2540000" cy="1473200"/>
          </a:xfrm>
          <a:custGeom>
            <a:avLst/>
            <a:gdLst>
              <a:gd name="connisteX0" fmla="*/ 0 w 2540000"/>
              <a:gd name="connsiteY0" fmla="*/ 203200 h 1473200"/>
              <a:gd name="connisteX1" fmla="*/ 203200 w 2540000"/>
              <a:gd name="connsiteY1" fmla="*/ 0 h 1473200"/>
              <a:gd name="connisteX2" fmla="*/ 2540000 w 2540000"/>
              <a:gd name="connsiteY2" fmla="*/ 0 h 1473200"/>
              <a:gd name="connisteX3" fmla="*/ 2540000 w 2540000"/>
              <a:gd name="connsiteY3" fmla="*/ 1473200 h 1473200"/>
              <a:gd name="connisteX4" fmla="*/ 203200 w 2540000"/>
              <a:gd name="connsiteY4" fmla="*/ 1473200 h 1473200"/>
              <a:gd name="connisteX5" fmla="*/ 0 w 2540000"/>
              <a:gd name="connsiteY5" fmla="*/ 1270000 h 1473200"/>
              <a:gd name="connisteX6" fmla="*/ 0 w 2540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3454400" y="18288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3454400" y="23876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3149600" y="3149600"/>
            <a:ext cx="8432800" cy="1473200"/>
          </a:xfrm>
          <a:custGeom>
            <a:avLst/>
            <a:gdLst>
              <a:gd name="connisteX0" fmla="*/ 0 w 8432800"/>
              <a:gd name="connsiteY0" fmla="*/ 0 h 1473200"/>
              <a:gd name="connisteX1" fmla="*/ 8229600 w 8432800"/>
              <a:gd name="connsiteY1" fmla="*/ 0 h 1473200"/>
              <a:gd name="connisteX2" fmla="*/ 8432800 w 8432800"/>
              <a:gd name="connsiteY2" fmla="*/ 203200 h 1473200"/>
              <a:gd name="connisteX3" fmla="*/ 8432800 w 8432800"/>
              <a:gd name="connsiteY3" fmla="*/ 1270000 h 1473200"/>
              <a:gd name="connisteX4" fmla="*/ 8229600 w 8432800"/>
              <a:gd name="connsiteY4" fmla="*/ 1473200 h 1473200"/>
              <a:gd name="connisteX5" fmla="*/ 0 w 8432800"/>
              <a:gd name="connsiteY5" fmla="*/ 1473200 h 1473200"/>
              <a:gd name="connisteX6" fmla="*/ 0 w 8432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14732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1270000"/>
                </a:lnTo>
                <a:cubicBezTo>
                  <a:pt x="8432800" y="1382224"/>
                  <a:pt x="8341824" y="1473200"/>
                  <a:pt x="8229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609600" y="3149600"/>
            <a:ext cx="2540000" cy="1473200"/>
          </a:xfrm>
          <a:custGeom>
            <a:avLst/>
            <a:gdLst>
              <a:gd name="connisteX0" fmla="*/ 0 w 2540000"/>
              <a:gd name="connsiteY0" fmla="*/ 203200 h 1473200"/>
              <a:gd name="connisteX1" fmla="*/ 203200 w 2540000"/>
              <a:gd name="connsiteY1" fmla="*/ 0 h 1473200"/>
              <a:gd name="connisteX2" fmla="*/ 2540000 w 2540000"/>
              <a:gd name="connsiteY2" fmla="*/ 0 h 1473200"/>
              <a:gd name="connisteX3" fmla="*/ 2540000 w 2540000"/>
              <a:gd name="connsiteY3" fmla="*/ 1473200 h 1473200"/>
              <a:gd name="connisteX4" fmla="*/ 203200 w 2540000"/>
              <a:gd name="connsiteY4" fmla="*/ 1473200 h 1473200"/>
              <a:gd name="connisteX5" fmla="*/ 0 w 2540000"/>
              <a:gd name="connsiteY5" fmla="*/ 1270000 h 1473200"/>
              <a:gd name="connisteX6" fmla="*/ 0 w 2540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454400" y="34544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454400" y="40132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3149600" y="4775200"/>
            <a:ext cx="8432800" cy="1473200"/>
          </a:xfrm>
          <a:custGeom>
            <a:avLst/>
            <a:gdLst>
              <a:gd name="connisteX0" fmla="*/ 0 w 8432800"/>
              <a:gd name="connsiteY0" fmla="*/ 0 h 1473200"/>
              <a:gd name="connisteX1" fmla="*/ 8229600 w 8432800"/>
              <a:gd name="connsiteY1" fmla="*/ 0 h 1473200"/>
              <a:gd name="connisteX2" fmla="*/ 8432800 w 8432800"/>
              <a:gd name="connsiteY2" fmla="*/ 203200 h 1473200"/>
              <a:gd name="connisteX3" fmla="*/ 8432800 w 8432800"/>
              <a:gd name="connsiteY3" fmla="*/ 1270000 h 1473200"/>
              <a:gd name="connisteX4" fmla="*/ 8229600 w 8432800"/>
              <a:gd name="connsiteY4" fmla="*/ 1473200 h 1473200"/>
              <a:gd name="connisteX5" fmla="*/ 0 w 8432800"/>
              <a:gd name="connsiteY5" fmla="*/ 1473200 h 1473200"/>
              <a:gd name="connisteX6" fmla="*/ 0 w 8432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14732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1270000"/>
                </a:lnTo>
                <a:cubicBezTo>
                  <a:pt x="8432800" y="1382224"/>
                  <a:pt x="8341824" y="1473200"/>
                  <a:pt x="8229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609600" y="4775200"/>
            <a:ext cx="2540000" cy="1473200"/>
          </a:xfrm>
          <a:custGeom>
            <a:avLst/>
            <a:gdLst>
              <a:gd name="connisteX0" fmla="*/ 0 w 2540000"/>
              <a:gd name="connsiteY0" fmla="*/ 203200 h 1473200"/>
              <a:gd name="connisteX1" fmla="*/ 203200 w 2540000"/>
              <a:gd name="connsiteY1" fmla="*/ 0 h 1473200"/>
              <a:gd name="connisteX2" fmla="*/ 2540000 w 2540000"/>
              <a:gd name="connsiteY2" fmla="*/ 0 h 1473200"/>
              <a:gd name="connisteX3" fmla="*/ 2540000 w 2540000"/>
              <a:gd name="connsiteY3" fmla="*/ 1473200 h 1473200"/>
              <a:gd name="connisteX4" fmla="*/ 203200 w 2540000"/>
              <a:gd name="connsiteY4" fmla="*/ 1473200 h 1473200"/>
              <a:gd name="connisteX5" fmla="*/ 0 w 2540000"/>
              <a:gd name="connsiteY5" fmla="*/ 1270000 h 1473200"/>
              <a:gd name="connisteX6" fmla="*/ 0 w 2540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3454400" y="50800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3454400" y="56388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无-颜色错位-并列-2_19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3149600" y="1524000"/>
            <a:ext cx="8432800" cy="1473200"/>
          </a:xfrm>
          <a:custGeom>
            <a:avLst/>
            <a:gdLst>
              <a:gd name="connisteX0" fmla="*/ 0 w 8432800"/>
              <a:gd name="connsiteY0" fmla="*/ 0 h 1473200"/>
              <a:gd name="connisteX1" fmla="*/ 8229600 w 8432800"/>
              <a:gd name="connsiteY1" fmla="*/ 0 h 1473200"/>
              <a:gd name="connisteX2" fmla="*/ 8432800 w 8432800"/>
              <a:gd name="connsiteY2" fmla="*/ 203200 h 1473200"/>
              <a:gd name="connisteX3" fmla="*/ 8432800 w 8432800"/>
              <a:gd name="connsiteY3" fmla="*/ 1270000 h 1473200"/>
              <a:gd name="connisteX4" fmla="*/ 8229600 w 8432800"/>
              <a:gd name="connsiteY4" fmla="*/ 1473200 h 1473200"/>
              <a:gd name="connisteX5" fmla="*/ 0 w 8432800"/>
              <a:gd name="connsiteY5" fmla="*/ 1473200 h 1473200"/>
              <a:gd name="connisteX6" fmla="*/ 0 w 8432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14732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1270000"/>
                </a:lnTo>
                <a:cubicBezTo>
                  <a:pt x="8432800" y="1382224"/>
                  <a:pt x="8341824" y="1473200"/>
                  <a:pt x="8229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2540000" cy="1473200"/>
          </a:xfrm>
          <a:custGeom>
            <a:avLst/>
            <a:gdLst>
              <a:gd name="connisteX0" fmla="*/ 0 w 2540000"/>
              <a:gd name="connsiteY0" fmla="*/ 203200 h 1473200"/>
              <a:gd name="connisteX1" fmla="*/ 203200 w 2540000"/>
              <a:gd name="connsiteY1" fmla="*/ 0 h 1473200"/>
              <a:gd name="connisteX2" fmla="*/ 2540000 w 2540000"/>
              <a:gd name="connsiteY2" fmla="*/ 0 h 1473200"/>
              <a:gd name="connisteX3" fmla="*/ 2540000 w 2540000"/>
              <a:gd name="connsiteY3" fmla="*/ 1473200 h 1473200"/>
              <a:gd name="connisteX4" fmla="*/ 203200 w 2540000"/>
              <a:gd name="connsiteY4" fmla="*/ 1473200 h 1473200"/>
              <a:gd name="connisteX5" fmla="*/ 0 w 2540000"/>
              <a:gd name="connsiteY5" fmla="*/ 1270000 h 1473200"/>
              <a:gd name="connisteX6" fmla="*/ 0 w 2540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3454400" y="18288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3454400" y="23876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3149600" y="3149600"/>
            <a:ext cx="8432800" cy="1473200"/>
          </a:xfrm>
          <a:custGeom>
            <a:avLst/>
            <a:gdLst>
              <a:gd name="connisteX0" fmla="*/ 0 w 8432800"/>
              <a:gd name="connsiteY0" fmla="*/ 0 h 1473200"/>
              <a:gd name="connisteX1" fmla="*/ 8229600 w 8432800"/>
              <a:gd name="connsiteY1" fmla="*/ 0 h 1473200"/>
              <a:gd name="connisteX2" fmla="*/ 8432800 w 8432800"/>
              <a:gd name="connsiteY2" fmla="*/ 203200 h 1473200"/>
              <a:gd name="connisteX3" fmla="*/ 8432800 w 8432800"/>
              <a:gd name="connsiteY3" fmla="*/ 1270000 h 1473200"/>
              <a:gd name="connisteX4" fmla="*/ 8229600 w 8432800"/>
              <a:gd name="connsiteY4" fmla="*/ 1473200 h 1473200"/>
              <a:gd name="connisteX5" fmla="*/ 0 w 8432800"/>
              <a:gd name="connsiteY5" fmla="*/ 1473200 h 1473200"/>
              <a:gd name="connisteX6" fmla="*/ 0 w 8432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14732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1270000"/>
                </a:lnTo>
                <a:cubicBezTo>
                  <a:pt x="8432800" y="1382224"/>
                  <a:pt x="8341824" y="1473200"/>
                  <a:pt x="8229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609600" y="3149600"/>
            <a:ext cx="2540000" cy="1473200"/>
          </a:xfrm>
          <a:custGeom>
            <a:avLst/>
            <a:gdLst>
              <a:gd name="connisteX0" fmla="*/ 0 w 2540000"/>
              <a:gd name="connsiteY0" fmla="*/ 203200 h 1473200"/>
              <a:gd name="connisteX1" fmla="*/ 203200 w 2540000"/>
              <a:gd name="connsiteY1" fmla="*/ 0 h 1473200"/>
              <a:gd name="connisteX2" fmla="*/ 2540000 w 2540000"/>
              <a:gd name="connsiteY2" fmla="*/ 0 h 1473200"/>
              <a:gd name="connisteX3" fmla="*/ 2540000 w 2540000"/>
              <a:gd name="connsiteY3" fmla="*/ 1473200 h 1473200"/>
              <a:gd name="connisteX4" fmla="*/ 203200 w 2540000"/>
              <a:gd name="connsiteY4" fmla="*/ 1473200 h 1473200"/>
              <a:gd name="connisteX5" fmla="*/ 0 w 2540000"/>
              <a:gd name="connsiteY5" fmla="*/ 1270000 h 1473200"/>
              <a:gd name="connisteX6" fmla="*/ 0 w 2540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454400" y="34544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454400" y="40132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3149600" y="4775200"/>
            <a:ext cx="8432800" cy="1473200"/>
          </a:xfrm>
          <a:custGeom>
            <a:avLst/>
            <a:gdLst>
              <a:gd name="connisteX0" fmla="*/ 0 w 8432800"/>
              <a:gd name="connsiteY0" fmla="*/ 0 h 1473200"/>
              <a:gd name="connisteX1" fmla="*/ 8229600 w 8432800"/>
              <a:gd name="connsiteY1" fmla="*/ 0 h 1473200"/>
              <a:gd name="connisteX2" fmla="*/ 8432800 w 8432800"/>
              <a:gd name="connsiteY2" fmla="*/ 203200 h 1473200"/>
              <a:gd name="connisteX3" fmla="*/ 8432800 w 8432800"/>
              <a:gd name="connsiteY3" fmla="*/ 1270000 h 1473200"/>
              <a:gd name="connisteX4" fmla="*/ 8229600 w 8432800"/>
              <a:gd name="connsiteY4" fmla="*/ 1473200 h 1473200"/>
              <a:gd name="connisteX5" fmla="*/ 0 w 8432800"/>
              <a:gd name="connsiteY5" fmla="*/ 1473200 h 1473200"/>
              <a:gd name="connisteX6" fmla="*/ 0 w 8432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14732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1270000"/>
                </a:lnTo>
                <a:cubicBezTo>
                  <a:pt x="8432800" y="1382224"/>
                  <a:pt x="8341824" y="1473200"/>
                  <a:pt x="8229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609600" y="4775200"/>
            <a:ext cx="2540000" cy="1473200"/>
          </a:xfrm>
          <a:custGeom>
            <a:avLst/>
            <a:gdLst>
              <a:gd name="connisteX0" fmla="*/ 0 w 2540000"/>
              <a:gd name="connsiteY0" fmla="*/ 203200 h 1473200"/>
              <a:gd name="connisteX1" fmla="*/ 203200 w 2540000"/>
              <a:gd name="connsiteY1" fmla="*/ 0 h 1473200"/>
              <a:gd name="connisteX2" fmla="*/ 2540000 w 2540000"/>
              <a:gd name="connsiteY2" fmla="*/ 0 h 1473200"/>
              <a:gd name="connisteX3" fmla="*/ 2540000 w 2540000"/>
              <a:gd name="connsiteY3" fmla="*/ 1473200 h 1473200"/>
              <a:gd name="connisteX4" fmla="*/ 203200 w 2540000"/>
              <a:gd name="connsiteY4" fmla="*/ 1473200 h 1473200"/>
              <a:gd name="connisteX5" fmla="*/ 0 w 2540000"/>
              <a:gd name="connsiteY5" fmla="*/ 1270000 h 1473200"/>
              <a:gd name="connisteX6" fmla="*/ 0 w 2540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3454400" y="50800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3454400" y="56388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2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15748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2" hasCustomPrompt="1"/>
            <p:custDataLst>
              <p:tags r:id="rId8"/>
            </p:custDataLst>
          </p:nvPr>
        </p:nvSpPr>
        <p:spPr>
          <a:xfrm>
            <a:off x="1930400" y="25654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1016000" y="4089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1016000" y="4648200"/>
            <a:ext cx="264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53340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5" hasCustomPrompt="1"/>
            <p:custDataLst>
              <p:tags r:id="rId13"/>
            </p:custDataLst>
          </p:nvPr>
        </p:nvSpPr>
        <p:spPr>
          <a:xfrm>
            <a:off x="5689600" y="25654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4775200" y="4089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4775200" y="4648200"/>
            <a:ext cx="264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9" hasCustomPrompt="1"/>
            <p:custDataLst>
              <p:tags r:id="rId16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90932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398" hasCustomPrompt="1"/>
            <p:custDataLst>
              <p:tags r:id="rId18"/>
            </p:custDataLst>
          </p:nvPr>
        </p:nvSpPr>
        <p:spPr>
          <a:xfrm>
            <a:off x="9448800" y="25654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8534400" y="4089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8534400" y="4648200"/>
            <a:ext cx="264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9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2" hasCustomPrompt="1"/>
            <p:custDataLst>
              <p:tags r:id="rId7"/>
            </p:custDataLst>
          </p:nvPr>
        </p:nvSpPr>
        <p:spPr>
          <a:xfrm>
            <a:off x="1574800" y="2057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160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4" hasCustomPrompt="1"/>
            <p:custDataLst>
              <p:tags r:id="rId11"/>
            </p:custDataLst>
          </p:nvPr>
        </p:nvSpPr>
        <p:spPr>
          <a:xfrm>
            <a:off x="5334000" y="2057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7752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7752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6" hasCustomPrompt="1"/>
            <p:custDataLst>
              <p:tags r:id="rId15"/>
            </p:custDataLst>
          </p:nvPr>
        </p:nvSpPr>
        <p:spPr>
          <a:xfrm>
            <a:off x="9093200" y="2057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5344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5344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2082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3302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3860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6553200" y="5080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553200" y="5638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2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15748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37846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16000" y="43434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53340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775200" y="37846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775200" y="43434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90932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534400" y="37846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534400" y="43434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1473200" y="2413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2" hasCustomPrompt="1"/>
            <p:custDataLst>
              <p:tags r:id="rId7"/>
            </p:custDataLst>
          </p:nvPr>
        </p:nvSpPr>
        <p:spPr>
          <a:xfrm>
            <a:off x="1828800" y="27686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4191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47498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5334000" y="2413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4" hasCustomPrompt="1"/>
            <p:custDataLst>
              <p:tags r:id="rId11"/>
            </p:custDataLst>
          </p:nvPr>
        </p:nvSpPr>
        <p:spPr>
          <a:xfrm>
            <a:off x="5689600" y="27686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470400" y="4191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470400" y="47498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9194800" y="2413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6" hasCustomPrompt="1"/>
            <p:custDataLst>
              <p:tags r:id="rId15"/>
            </p:custDataLst>
          </p:nvPr>
        </p:nvSpPr>
        <p:spPr>
          <a:xfrm>
            <a:off x="9550400" y="27686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331200" y="4191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331200" y="47498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28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79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3708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42164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513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5638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914400" y="1828800"/>
            <a:ext cx="28448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26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673600" y="1828800"/>
            <a:ext cx="28448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426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432800" y="1828800"/>
            <a:ext cx="28448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26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2082800"/>
          </a:xfrm>
          <a:custGeom>
            <a:avLst/>
            <a:gdLst>
              <a:gd name="connisteX0" fmla="*/ 0 w 3454400"/>
              <a:gd name="connsiteY0" fmla="*/ 203200 h 2082800"/>
              <a:gd name="connisteX1" fmla="*/ 203200 w 3454400"/>
              <a:gd name="connsiteY1" fmla="*/ 0 h 2082800"/>
              <a:gd name="connisteX2" fmla="*/ 3251200 w 3454400"/>
              <a:gd name="connsiteY2" fmla="*/ 0 h 2082800"/>
              <a:gd name="connisteX3" fmla="*/ 3454400 w 3454400"/>
              <a:gd name="connsiteY3" fmla="*/ 203200 h 2082800"/>
              <a:gd name="connisteX4" fmla="*/ 3454400 w 3454400"/>
              <a:gd name="connsiteY4" fmla="*/ 2082800 h 2082800"/>
              <a:gd name="connisteX5" fmla="*/ 0 w 3454400"/>
              <a:gd name="connsiteY5" fmla="*/ 2082800 h 2082800"/>
              <a:gd name="connisteX6" fmla="*/ 0 w 3454400"/>
              <a:gd name="connsiteY6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82800"/>
                </a:lnTo>
                <a:lnTo>
                  <a:pt x="0" y="20828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3606800"/>
            <a:ext cx="3454400" cy="2641600"/>
          </a:xfrm>
          <a:custGeom>
            <a:avLst/>
            <a:gdLst>
              <a:gd name="connisteX0" fmla="*/ 0 w 3454400"/>
              <a:gd name="connsiteY0" fmla="*/ 0 h 2641600"/>
              <a:gd name="connisteX1" fmla="*/ 3454400 w 3454400"/>
              <a:gd name="connsiteY1" fmla="*/ 0 h 2641600"/>
              <a:gd name="connisteX2" fmla="*/ 3454400 w 3454400"/>
              <a:gd name="connsiteY2" fmla="*/ 2438400 h 2641600"/>
              <a:gd name="connisteX3" fmla="*/ 3251200 w 3454400"/>
              <a:gd name="connsiteY3" fmla="*/ 2641600 h 2641600"/>
              <a:gd name="connisteX4" fmla="*/ 203200 w 3454400"/>
              <a:gd name="connsiteY4" fmla="*/ 2641600 h 2641600"/>
              <a:gd name="connisteX5" fmla="*/ 0 w 3454400"/>
              <a:gd name="connsiteY5" fmla="*/ 2438400 h 2641600"/>
              <a:gd name="connisteX6" fmla="*/ 0 w 3454400"/>
              <a:gd name="connsiteY6" fmla="*/ 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0"/>
                </a:moveTo>
                <a:lnTo>
                  <a:pt x="3454400" y="0"/>
                </a:ln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23876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4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52578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19304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2438400"/>
            <a:ext cx="2781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86487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8801100" y="19304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801100" y="2438400"/>
            <a:ext cx="2781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52578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5410200" y="41148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410200" y="4622800"/>
            <a:ext cx="2781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8" hasCustomPrompt="1"/>
            <p:custDataLst>
              <p:tags r:id="rId16"/>
            </p:custDataLst>
          </p:nvPr>
        </p:nvSpPr>
        <p:spPr>
          <a:xfrm>
            <a:off x="86487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8801100" y="41148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8801100" y="4622800"/>
            <a:ext cx="2781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2" hasCustomPrompt="1"/>
            <p:custDataLst>
              <p:tags r:id="rId6"/>
            </p:custDataLst>
          </p:nvPr>
        </p:nvSpPr>
        <p:spPr>
          <a:xfrm>
            <a:off x="11684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394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953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3" hasCustomPrompt="1"/>
            <p:custDataLst>
              <p:tags r:id="rId9"/>
            </p:custDataLst>
          </p:nvPr>
        </p:nvSpPr>
        <p:spPr>
          <a:xfrm>
            <a:off x="50292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470400" y="4394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470400" y="4953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4" hasCustomPrompt="1"/>
            <p:custDataLst>
              <p:tags r:id="rId12"/>
            </p:custDataLst>
          </p:nvPr>
        </p:nvSpPr>
        <p:spPr>
          <a:xfrm>
            <a:off x="88900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331200" y="4394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331200" y="4953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任意多边形: 形状 59"/>
          <p:cNvSpPr/>
          <p:nvPr userDrawn="1">
            <p:custDataLst>
              <p:tags r:id="rId2"/>
            </p:custDataLst>
          </p:nvPr>
        </p:nvSpPr>
        <p:spPr>
          <a:xfrm flipH="1">
            <a:off x="0" y="4894580"/>
            <a:ext cx="4095115" cy="1963420"/>
          </a:xfrm>
          <a:custGeom>
            <a:avLst/>
            <a:gdLst>
              <a:gd name="connsiteX0" fmla="*/ 3422801 w 5407679"/>
              <a:gd name="connsiteY0" fmla="*/ 0 h 2406016"/>
              <a:gd name="connsiteX1" fmla="*/ 5236006 w 5407679"/>
              <a:gd name="connsiteY1" fmla="*/ 482624 h 2406016"/>
              <a:gd name="connsiteX2" fmla="*/ 5407679 w 5407679"/>
              <a:gd name="connsiteY2" fmla="*/ 589781 h 2406016"/>
              <a:gd name="connsiteX3" fmla="*/ 5407679 w 5407679"/>
              <a:gd name="connsiteY3" fmla="*/ 2406016 h 2406016"/>
              <a:gd name="connsiteX4" fmla="*/ 0 w 5407679"/>
              <a:gd name="connsiteY4" fmla="*/ 2406016 h 2406016"/>
              <a:gd name="connsiteX5" fmla="*/ 66315 w 5407679"/>
              <a:gd name="connsiteY5" fmla="*/ 2224829 h 2406016"/>
              <a:gd name="connsiteX6" fmla="*/ 3422801 w 5407679"/>
              <a:gd name="connsiteY6" fmla="*/ 0 h 240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7679" h="2406016">
                <a:moveTo>
                  <a:pt x="3422801" y="0"/>
                </a:moveTo>
                <a:cubicBezTo>
                  <a:pt x="4082935" y="0"/>
                  <a:pt x="4702056" y="175595"/>
                  <a:pt x="5236006" y="482624"/>
                </a:cubicBezTo>
                <a:lnTo>
                  <a:pt x="5407679" y="589781"/>
                </a:lnTo>
                <a:lnTo>
                  <a:pt x="5407679" y="2406016"/>
                </a:lnTo>
                <a:lnTo>
                  <a:pt x="0" y="2406016"/>
                </a:lnTo>
                <a:lnTo>
                  <a:pt x="66315" y="2224829"/>
                </a:lnTo>
                <a:cubicBezTo>
                  <a:pt x="619315" y="917391"/>
                  <a:pt x="1913924" y="0"/>
                  <a:pt x="3422801" y="0"/>
                </a:cubicBezTo>
                <a:close/>
              </a:path>
            </a:pathLst>
          </a:custGeom>
          <a:solidFill>
            <a:schemeClr val="accent4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accent4"/>
              </a:solidFill>
              <a:cs typeface="MiSans Bold" panose="00000800000000000000" pitchFamily="2" charset="-122"/>
            </a:endParaRPr>
          </a:p>
        </p:txBody>
      </p:sp>
      <p:pic>
        <p:nvPicPr>
          <p:cNvPr id="161" name="图片 16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44" r="6909" b="28992"/>
          <a:stretch>
            <a:fillRect/>
          </a:stretch>
        </p:blipFill>
        <p:spPr>
          <a:xfrm flipH="1">
            <a:off x="0" y="0"/>
            <a:ext cx="12192000" cy="6134100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133465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6385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6386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6387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10"/>
            </p:custDataLst>
          </p:nvPr>
        </p:nvSpPr>
        <p:spPr>
          <a:xfrm>
            <a:off x="4823883" y="3209925"/>
            <a:ext cx="6352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9648825" y="1584325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4" name="矩形 3"/>
          <p:cNvSpPr/>
          <p:nvPr userDrawn="1">
            <p:custDataLst>
              <p:tags r:id="rId12"/>
            </p:custDataLst>
          </p:nvPr>
        </p:nvSpPr>
        <p:spPr>
          <a:xfrm>
            <a:off x="-49" y="6088077"/>
            <a:ext cx="12192098" cy="1520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1"/>
              </a:solidFill>
              <a:cs typeface="MiSans Bold" panose="00000800000000000000" pitchFamily="2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05460" y="581660"/>
            <a:ext cx="622935" cy="91440"/>
            <a:chOff x="17169" y="614"/>
            <a:chExt cx="981" cy="144"/>
          </a:xfrm>
        </p:grpSpPr>
        <p:sp>
          <p:nvSpPr>
            <p:cNvPr id="11" name="椭圆 5"/>
            <p:cNvSpPr/>
            <p:nvPr userDrawn="1">
              <p:custDataLst>
                <p:tags r:id="rId13"/>
              </p:custDataLst>
            </p:nvPr>
          </p:nvSpPr>
          <p:spPr>
            <a:xfrm>
              <a:off x="17169" y="614"/>
              <a:ext cx="144" cy="14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13" name="椭圆 12"/>
            <p:cNvSpPr/>
            <p:nvPr userDrawn="1">
              <p:custDataLst>
                <p:tags r:id="rId14"/>
              </p:custDataLst>
            </p:nvPr>
          </p:nvSpPr>
          <p:spPr>
            <a:xfrm>
              <a:off x="17588" y="614"/>
              <a:ext cx="144" cy="144"/>
            </a:xfrm>
            <a:prstGeom prst="ellipse">
              <a:avLst/>
            </a:prstGeom>
            <a:solidFill>
              <a:schemeClr val="accent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14" name="椭圆 13"/>
            <p:cNvSpPr/>
            <p:nvPr userDrawn="1">
              <p:custDataLst>
                <p:tags r:id="rId15"/>
              </p:custDataLst>
            </p:nvPr>
          </p:nvSpPr>
          <p:spPr>
            <a:xfrm>
              <a:off x="18006" y="614"/>
              <a:ext cx="144" cy="1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9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400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1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3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8" name="文本占位符 27"/>
          <p:cNvSpPr>
            <a:spLocks noGrp="1"/>
          </p:cNvSpPr>
          <p:nvPr>
            <p:ph type="body" idx="16398" hasCustomPrompt="1"/>
            <p:custDataLst>
              <p:tags r:id="rId22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06</a:t>
            </a:r>
            <a:endParaRPr lang="zh-CN" altLang="en-US" smtClean="0"/>
          </a:p>
        </p:txBody>
      </p:sp>
      <p:sp>
        <p:nvSpPr>
          <p:cNvPr id="29" name="装饰  8"/>
          <p:cNvSpPr>
            <a:spLocks noGrp="1"/>
          </p:cNvSpPr>
          <p:nvPr>
            <p:ph type="body" idx="16404" hasCustomPrompt="1"/>
            <p:custDataLst>
              <p:tags r:id="rId23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7" hasCustomPrompt="1"/>
            <p:custDataLst>
              <p:tags r:id="rId24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>
            <p:custDataLst>
              <p:tags r:id="rId2"/>
            </p:custDataLst>
          </p:nvPr>
        </p:nvSpPr>
        <p:spPr>
          <a:xfrm>
            <a:off x="6783070" y="4451984"/>
            <a:ext cx="5408930" cy="240601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518" h="3789">
                <a:moveTo>
                  <a:pt x="5390" y="0"/>
                </a:moveTo>
                <a:cubicBezTo>
                  <a:pt x="6380" y="0"/>
                  <a:pt x="7311" y="251"/>
                  <a:pt x="8124" y="692"/>
                </a:cubicBezTo>
                <a:lnTo>
                  <a:pt x="8518" y="932"/>
                </a:lnTo>
                <a:lnTo>
                  <a:pt x="8518" y="3789"/>
                </a:lnTo>
                <a:lnTo>
                  <a:pt x="0" y="3789"/>
                </a:lnTo>
                <a:lnTo>
                  <a:pt x="0" y="3788"/>
                </a:lnTo>
                <a:lnTo>
                  <a:pt x="104" y="3504"/>
                </a:lnTo>
                <a:cubicBezTo>
                  <a:pt x="975" y="1445"/>
                  <a:pt x="3014" y="0"/>
                  <a:pt x="5390" y="0"/>
                </a:cubicBezTo>
                <a:close/>
              </a:path>
            </a:pathLst>
          </a:custGeom>
          <a:solidFill>
            <a:schemeClr val="accent2">
              <a:alpha val="13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20" name="图片 19" descr="城市的高楼大厦&#10;&#10;描述已自动生成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816" t="21942" r="23935" b="14645"/>
          <a:stretch>
            <a:fillRect/>
          </a:stretch>
        </p:blipFill>
        <p:spPr>
          <a:xfrm>
            <a:off x="-27368" y="1"/>
            <a:ext cx="4582616" cy="6858000"/>
          </a:xfrm>
          <a:prstGeom prst="rect">
            <a:avLst/>
          </a:prstGeom>
        </p:spPr>
      </p:pic>
      <p:sp>
        <p:nvSpPr>
          <p:cNvPr id="21" name="矩形 20"/>
          <p:cNvSpPr/>
          <p:nvPr userDrawn="1">
            <p:custDataLst>
              <p:tags r:id="rId6"/>
            </p:custDataLst>
          </p:nvPr>
        </p:nvSpPr>
        <p:spPr>
          <a:xfrm>
            <a:off x="-62374" y="1498"/>
            <a:ext cx="4617622" cy="6855005"/>
          </a:xfrm>
          <a:prstGeom prst="rect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Light" panose="00000400000000000000" pitchFamily="2" charset="-122"/>
            </a:endParaRPr>
          </a:p>
        </p:txBody>
      </p:sp>
      <p:sp>
        <p:nvSpPr>
          <p:cNvPr id="19" name="矩形 18"/>
          <p:cNvSpPr/>
          <p:nvPr userDrawn="1">
            <p:custDataLst>
              <p:tags r:id="rId7"/>
            </p:custDataLst>
          </p:nvPr>
        </p:nvSpPr>
        <p:spPr>
          <a:xfrm rot="5400000">
            <a:off x="1146795" y="3374704"/>
            <a:ext cx="6855007" cy="996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Light" panose="00000400000000000000" pitchFamily="2" charset="-122"/>
            </a:endParaRPr>
          </a:p>
        </p:txBody>
      </p:sp>
      <p:sp>
        <p:nvSpPr>
          <p:cNvPr id="37" name="任意多边形 36"/>
          <p:cNvSpPr/>
          <p:nvPr userDrawn="1">
            <p:custDataLst>
              <p:tags r:id="rId8"/>
            </p:custDataLst>
          </p:nvPr>
        </p:nvSpPr>
        <p:spPr>
          <a:xfrm>
            <a:off x="3466465" y="259715"/>
            <a:ext cx="883920" cy="77851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392" h="1226">
                <a:moveTo>
                  <a:pt x="0" y="66"/>
                </a:moveTo>
                <a:cubicBezTo>
                  <a:pt x="0" y="30"/>
                  <a:pt x="30" y="0"/>
                  <a:pt x="66" y="0"/>
                </a:cubicBezTo>
                <a:cubicBezTo>
                  <a:pt x="102" y="0"/>
                  <a:pt x="132" y="30"/>
                  <a:pt x="132" y="66"/>
                </a:cubicBezTo>
                <a:cubicBezTo>
                  <a:pt x="132" y="102"/>
                  <a:pt x="102" y="132"/>
                  <a:pt x="66" y="132"/>
                </a:cubicBezTo>
                <a:cubicBezTo>
                  <a:pt x="30" y="132"/>
                  <a:pt x="0" y="102"/>
                  <a:pt x="0" y="66"/>
                </a:cubicBezTo>
                <a:close/>
                <a:moveTo>
                  <a:pt x="0" y="430"/>
                </a:moveTo>
                <a:cubicBezTo>
                  <a:pt x="0" y="394"/>
                  <a:pt x="30" y="364"/>
                  <a:pt x="66" y="364"/>
                </a:cubicBezTo>
                <a:cubicBezTo>
                  <a:pt x="102" y="364"/>
                  <a:pt x="132" y="394"/>
                  <a:pt x="132" y="430"/>
                </a:cubicBezTo>
                <a:cubicBezTo>
                  <a:pt x="132" y="466"/>
                  <a:pt x="102" y="496"/>
                  <a:pt x="66" y="496"/>
                </a:cubicBezTo>
                <a:cubicBezTo>
                  <a:pt x="30" y="496"/>
                  <a:pt x="0" y="466"/>
                  <a:pt x="0" y="430"/>
                </a:cubicBezTo>
                <a:close/>
                <a:moveTo>
                  <a:pt x="0" y="795"/>
                </a:moveTo>
                <a:cubicBezTo>
                  <a:pt x="0" y="759"/>
                  <a:pt x="30" y="729"/>
                  <a:pt x="66" y="729"/>
                </a:cubicBezTo>
                <a:cubicBezTo>
                  <a:pt x="102" y="729"/>
                  <a:pt x="132" y="759"/>
                  <a:pt x="132" y="795"/>
                </a:cubicBezTo>
                <a:cubicBezTo>
                  <a:pt x="132" y="831"/>
                  <a:pt x="102" y="861"/>
                  <a:pt x="66" y="861"/>
                </a:cubicBezTo>
                <a:cubicBezTo>
                  <a:pt x="30" y="861"/>
                  <a:pt x="0" y="831"/>
                  <a:pt x="0" y="795"/>
                </a:cubicBezTo>
                <a:close/>
                <a:moveTo>
                  <a:pt x="0" y="1160"/>
                </a:moveTo>
                <a:cubicBezTo>
                  <a:pt x="0" y="1124"/>
                  <a:pt x="30" y="1094"/>
                  <a:pt x="66" y="1094"/>
                </a:cubicBezTo>
                <a:cubicBezTo>
                  <a:pt x="102" y="1094"/>
                  <a:pt x="132" y="1124"/>
                  <a:pt x="132" y="1160"/>
                </a:cubicBezTo>
                <a:cubicBezTo>
                  <a:pt x="132" y="1196"/>
                  <a:pt x="102" y="1226"/>
                  <a:pt x="66" y="1226"/>
                </a:cubicBezTo>
                <a:cubicBezTo>
                  <a:pt x="30" y="1226"/>
                  <a:pt x="0" y="1196"/>
                  <a:pt x="0" y="1160"/>
                </a:cubicBezTo>
                <a:close/>
                <a:moveTo>
                  <a:pt x="420" y="66"/>
                </a:moveTo>
                <a:cubicBezTo>
                  <a:pt x="420" y="30"/>
                  <a:pt x="450" y="0"/>
                  <a:pt x="486" y="0"/>
                </a:cubicBezTo>
                <a:cubicBezTo>
                  <a:pt x="522" y="0"/>
                  <a:pt x="552" y="30"/>
                  <a:pt x="552" y="66"/>
                </a:cubicBezTo>
                <a:cubicBezTo>
                  <a:pt x="552" y="102"/>
                  <a:pt x="522" y="132"/>
                  <a:pt x="486" y="132"/>
                </a:cubicBezTo>
                <a:cubicBezTo>
                  <a:pt x="450" y="132"/>
                  <a:pt x="420" y="102"/>
                  <a:pt x="420" y="66"/>
                </a:cubicBezTo>
                <a:close/>
                <a:moveTo>
                  <a:pt x="420" y="430"/>
                </a:moveTo>
                <a:cubicBezTo>
                  <a:pt x="420" y="394"/>
                  <a:pt x="450" y="364"/>
                  <a:pt x="486" y="364"/>
                </a:cubicBezTo>
                <a:cubicBezTo>
                  <a:pt x="522" y="364"/>
                  <a:pt x="552" y="394"/>
                  <a:pt x="552" y="430"/>
                </a:cubicBezTo>
                <a:cubicBezTo>
                  <a:pt x="552" y="466"/>
                  <a:pt x="522" y="496"/>
                  <a:pt x="486" y="496"/>
                </a:cubicBezTo>
                <a:cubicBezTo>
                  <a:pt x="450" y="496"/>
                  <a:pt x="420" y="466"/>
                  <a:pt x="420" y="430"/>
                </a:cubicBezTo>
                <a:close/>
                <a:moveTo>
                  <a:pt x="420" y="795"/>
                </a:moveTo>
                <a:cubicBezTo>
                  <a:pt x="420" y="759"/>
                  <a:pt x="450" y="729"/>
                  <a:pt x="486" y="729"/>
                </a:cubicBezTo>
                <a:cubicBezTo>
                  <a:pt x="522" y="729"/>
                  <a:pt x="552" y="759"/>
                  <a:pt x="552" y="795"/>
                </a:cubicBezTo>
                <a:cubicBezTo>
                  <a:pt x="552" y="831"/>
                  <a:pt x="522" y="861"/>
                  <a:pt x="486" y="861"/>
                </a:cubicBezTo>
                <a:cubicBezTo>
                  <a:pt x="450" y="861"/>
                  <a:pt x="420" y="831"/>
                  <a:pt x="420" y="795"/>
                </a:cubicBezTo>
                <a:close/>
                <a:moveTo>
                  <a:pt x="420" y="1160"/>
                </a:moveTo>
                <a:cubicBezTo>
                  <a:pt x="420" y="1124"/>
                  <a:pt x="450" y="1094"/>
                  <a:pt x="486" y="1094"/>
                </a:cubicBezTo>
                <a:cubicBezTo>
                  <a:pt x="522" y="1094"/>
                  <a:pt x="552" y="1124"/>
                  <a:pt x="552" y="1160"/>
                </a:cubicBezTo>
                <a:cubicBezTo>
                  <a:pt x="552" y="1196"/>
                  <a:pt x="522" y="1226"/>
                  <a:pt x="486" y="1226"/>
                </a:cubicBezTo>
                <a:cubicBezTo>
                  <a:pt x="450" y="1226"/>
                  <a:pt x="420" y="1196"/>
                  <a:pt x="420" y="1160"/>
                </a:cubicBezTo>
                <a:close/>
                <a:moveTo>
                  <a:pt x="840" y="66"/>
                </a:moveTo>
                <a:cubicBezTo>
                  <a:pt x="840" y="30"/>
                  <a:pt x="870" y="0"/>
                  <a:pt x="906" y="0"/>
                </a:cubicBezTo>
                <a:cubicBezTo>
                  <a:pt x="942" y="0"/>
                  <a:pt x="972" y="30"/>
                  <a:pt x="972" y="66"/>
                </a:cubicBezTo>
                <a:cubicBezTo>
                  <a:pt x="972" y="102"/>
                  <a:pt x="942" y="132"/>
                  <a:pt x="906" y="132"/>
                </a:cubicBezTo>
                <a:cubicBezTo>
                  <a:pt x="870" y="132"/>
                  <a:pt x="840" y="102"/>
                  <a:pt x="840" y="66"/>
                </a:cubicBezTo>
                <a:close/>
                <a:moveTo>
                  <a:pt x="840" y="430"/>
                </a:moveTo>
                <a:cubicBezTo>
                  <a:pt x="840" y="394"/>
                  <a:pt x="870" y="364"/>
                  <a:pt x="906" y="364"/>
                </a:cubicBezTo>
                <a:cubicBezTo>
                  <a:pt x="942" y="364"/>
                  <a:pt x="972" y="394"/>
                  <a:pt x="972" y="430"/>
                </a:cubicBezTo>
                <a:cubicBezTo>
                  <a:pt x="972" y="466"/>
                  <a:pt x="942" y="496"/>
                  <a:pt x="906" y="496"/>
                </a:cubicBezTo>
                <a:cubicBezTo>
                  <a:pt x="870" y="496"/>
                  <a:pt x="840" y="466"/>
                  <a:pt x="840" y="430"/>
                </a:cubicBezTo>
                <a:close/>
                <a:moveTo>
                  <a:pt x="840" y="795"/>
                </a:moveTo>
                <a:cubicBezTo>
                  <a:pt x="840" y="759"/>
                  <a:pt x="870" y="729"/>
                  <a:pt x="906" y="729"/>
                </a:cubicBezTo>
                <a:cubicBezTo>
                  <a:pt x="942" y="729"/>
                  <a:pt x="972" y="759"/>
                  <a:pt x="972" y="795"/>
                </a:cubicBezTo>
                <a:cubicBezTo>
                  <a:pt x="972" y="831"/>
                  <a:pt x="942" y="861"/>
                  <a:pt x="906" y="861"/>
                </a:cubicBezTo>
                <a:cubicBezTo>
                  <a:pt x="870" y="861"/>
                  <a:pt x="840" y="831"/>
                  <a:pt x="840" y="795"/>
                </a:cubicBezTo>
                <a:close/>
                <a:moveTo>
                  <a:pt x="840" y="1160"/>
                </a:moveTo>
                <a:cubicBezTo>
                  <a:pt x="840" y="1124"/>
                  <a:pt x="870" y="1094"/>
                  <a:pt x="906" y="1094"/>
                </a:cubicBezTo>
                <a:cubicBezTo>
                  <a:pt x="942" y="1094"/>
                  <a:pt x="972" y="1124"/>
                  <a:pt x="972" y="1160"/>
                </a:cubicBezTo>
                <a:cubicBezTo>
                  <a:pt x="972" y="1196"/>
                  <a:pt x="942" y="1226"/>
                  <a:pt x="906" y="1226"/>
                </a:cubicBezTo>
                <a:cubicBezTo>
                  <a:pt x="870" y="1226"/>
                  <a:pt x="840" y="1196"/>
                  <a:pt x="840" y="1160"/>
                </a:cubicBezTo>
                <a:close/>
                <a:moveTo>
                  <a:pt x="1260" y="66"/>
                </a:moveTo>
                <a:cubicBezTo>
                  <a:pt x="1260" y="30"/>
                  <a:pt x="1290" y="0"/>
                  <a:pt x="1326" y="0"/>
                </a:cubicBezTo>
                <a:cubicBezTo>
                  <a:pt x="1362" y="0"/>
                  <a:pt x="1392" y="30"/>
                  <a:pt x="1392" y="66"/>
                </a:cubicBezTo>
                <a:cubicBezTo>
                  <a:pt x="1392" y="102"/>
                  <a:pt x="1362" y="132"/>
                  <a:pt x="1326" y="132"/>
                </a:cubicBezTo>
                <a:cubicBezTo>
                  <a:pt x="1290" y="132"/>
                  <a:pt x="1260" y="102"/>
                  <a:pt x="1260" y="66"/>
                </a:cubicBezTo>
                <a:close/>
                <a:moveTo>
                  <a:pt x="1260" y="430"/>
                </a:moveTo>
                <a:cubicBezTo>
                  <a:pt x="1260" y="394"/>
                  <a:pt x="1290" y="364"/>
                  <a:pt x="1326" y="364"/>
                </a:cubicBezTo>
                <a:cubicBezTo>
                  <a:pt x="1362" y="364"/>
                  <a:pt x="1392" y="394"/>
                  <a:pt x="1392" y="430"/>
                </a:cubicBezTo>
                <a:cubicBezTo>
                  <a:pt x="1392" y="466"/>
                  <a:pt x="1362" y="496"/>
                  <a:pt x="1326" y="496"/>
                </a:cubicBezTo>
                <a:cubicBezTo>
                  <a:pt x="1290" y="496"/>
                  <a:pt x="1260" y="466"/>
                  <a:pt x="1260" y="430"/>
                </a:cubicBezTo>
                <a:close/>
                <a:moveTo>
                  <a:pt x="1260" y="795"/>
                </a:moveTo>
                <a:cubicBezTo>
                  <a:pt x="1260" y="759"/>
                  <a:pt x="1290" y="729"/>
                  <a:pt x="1326" y="729"/>
                </a:cubicBezTo>
                <a:cubicBezTo>
                  <a:pt x="1362" y="729"/>
                  <a:pt x="1392" y="759"/>
                  <a:pt x="1392" y="795"/>
                </a:cubicBezTo>
                <a:cubicBezTo>
                  <a:pt x="1392" y="831"/>
                  <a:pt x="1362" y="861"/>
                  <a:pt x="1326" y="861"/>
                </a:cubicBezTo>
                <a:cubicBezTo>
                  <a:pt x="1290" y="861"/>
                  <a:pt x="1260" y="831"/>
                  <a:pt x="1260" y="795"/>
                </a:cubicBezTo>
                <a:close/>
                <a:moveTo>
                  <a:pt x="1260" y="1160"/>
                </a:moveTo>
                <a:cubicBezTo>
                  <a:pt x="1260" y="1124"/>
                  <a:pt x="1290" y="1094"/>
                  <a:pt x="1326" y="1094"/>
                </a:cubicBezTo>
                <a:cubicBezTo>
                  <a:pt x="1362" y="1094"/>
                  <a:pt x="1392" y="1124"/>
                  <a:pt x="1392" y="1160"/>
                </a:cubicBezTo>
                <a:cubicBezTo>
                  <a:pt x="1392" y="1196"/>
                  <a:pt x="1362" y="1226"/>
                  <a:pt x="1326" y="1226"/>
                </a:cubicBezTo>
                <a:cubicBezTo>
                  <a:pt x="1290" y="1226"/>
                  <a:pt x="1260" y="1196"/>
                  <a:pt x="1260" y="116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MiSans Light" panose="00000400000000000000" pitchFamily="2" charset="-122"/>
            </a:endParaRPr>
          </a:p>
        </p:txBody>
      </p:sp>
      <p:sp>
        <p:nvSpPr>
          <p:cNvPr id="135" name="任意多边形 134"/>
          <p:cNvSpPr/>
          <p:nvPr userDrawn="1">
            <p:custDataLst>
              <p:tags r:id="rId9"/>
            </p:custDataLst>
          </p:nvPr>
        </p:nvSpPr>
        <p:spPr>
          <a:xfrm flipV="1">
            <a:off x="168910" y="5815965"/>
            <a:ext cx="883920" cy="77851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392" h="1226">
                <a:moveTo>
                  <a:pt x="0" y="66"/>
                </a:moveTo>
                <a:cubicBezTo>
                  <a:pt x="0" y="30"/>
                  <a:pt x="30" y="0"/>
                  <a:pt x="66" y="0"/>
                </a:cubicBezTo>
                <a:cubicBezTo>
                  <a:pt x="102" y="0"/>
                  <a:pt x="132" y="30"/>
                  <a:pt x="132" y="66"/>
                </a:cubicBezTo>
                <a:cubicBezTo>
                  <a:pt x="132" y="102"/>
                  <a:pt x="102" y="132"/>
                  <a:pt x="66" y="132"/>
                </a:cubicBezTo>
                <a:cubicBezTo>
                  <a:pt x="30" y="132"/>
                  <a:pt x="0" y="102"/>
                  <a:pt x="0" y="66"/>
                </a:cubicBezTo>
                <a:close/>
                <a:moveTo>
                  <a:pt x="0" y="430"/>
                </a:moveTo>
                <a:cubicBezTo>
                  <a:pt x="0" y="394"/>
                  <a:pt x="30" y="364"/>
                  <a:pt x="66" y="364"/>
                </a:cubicBezTo>
                <a:cubicBezTo>
                  <a:pt x="102" y="364"/>
                  <a:pt x="132" y="394"/>
                  <a:pt x="132" y="430"/>
                </a:cubicBezTo>
                <a:cubicBezTo>
                  <a:pt x="132" y="466"/>
                  <a:pt x="102" y="496"/>
                  <a:pt x="66" y="496"/>
                </a:cubicBezTo>
                <a:cubicBezTo>
                  <a:pt x="30" y="496"/>
                  <a:pt x="0" y="466"/>
                  <a:pt x="0" y="430"/>
                </a:cubicBezTo>
                <a:close/>
                <a:moveTo>
                  <a:pt x="0" y="795"/>
                </a:moveTo>
                <a:cubicBezTo>
                  <a:pt x="0" y="759"/>
                  <a:pt x="30" y="729"/>
                  <a:pt x="66" y="729"/>
                </a:cubicBezTo>
                <a:cubicBezTo>
                  <a:pt x="102" y="729"/>
                  <a:pt x="132" y="759"/>
                  <a:pt x="132" y="795"/>
                </a:cubicBezTo>
                <a:cubicBezTo>
                  <a:pt x="132" y="831"/>
                  <a:pt x="102" y="861"/>
                  <a:pt x="66" y="861"/>
                </a:cubicBezTo>
                <a:cubicBezTo>
                  <a:pt x="30" y="861"/>
                  <a:pt x="0" y="831"/>
                  <a:pt x="0" y="795"/>
                </a:cubicBezTo>
                <a:close/>
                <a:moveTo>
                  <a:pt x="0" y="1160"/>
                </a:moveTo>
                <a:cubicBezTo>
                  <a:pt x="0" y="1124"/>
                  <a:pt x="30" y="1094"/>
                  <a:pt x="66" y="1094"/>
                </a:cubicBezTo>
                <a:cubicBezTo>
                  <a:pt x="102" y="1094"/>
                  <a:pt x="132" y="1124"/>
                  <a:pt x="132" y="1160"/>
                </a:cubicBezTo>
                <a:cubicBezTo>
                  <a:pt x="132" y="1196"/>
                  <a:pt x="102" y="1226"/>
                  <a:pt x="66" y="1226"/>
                </a:cubicBezTo>
                <a:cubicBezTo>
                  <a:pt x="30" y="1226"/>
                  <a:pt x="0" y="1196"/>
                  <a:pt x="0" y="1160"/>
                </a:cubicBezTo>
                <a:close/>
                <a:moveTo>
                  <a:pt x="420" y="66"/>
                </a:moveTo>
                <a:cubicBezTo>
                  <a:pt x="420" y="30"/>
                  <a:pt x="450" y="0"/>
                  <a:pt x="486" y="0"/>
                </a:cubicBezTo>
                <a:cubicBezTo>
                  <a:pt x="522" y="0"/>
                  <a:pt x="552" y="30"/>
                  <a:pt x="552" y="66"/>
                </a:cubicBezTo>
                <a:cubicBezTo>
                  <a:pt x="552" y="102"/>
                  <a:pt x="522" y="132"/>
                  <a:pt x="486" y="132"/>
                </a:cubicBezTo>
                <a:cubicBezTo>
                  <a:pt x="450" y="132"/>
                  <a:pt x="420" y="102"/>
                  <a:pt x="420" y="66"/>
                </a:cubicBezTo>
                <a:close/>
                <a:moveTo>
                  <a:pt x="420" y="430"/>
                </a:moveTo>
                <a:cubicBezTo>
                  <a:pt x="420" y="394"/>
                  <a:pt x="450" y="364"/>
                  <a:pt x="486" y="364"/>
                </a:cubicBezTo>
                <a:cubicBezTo>
                  <a:pt x="522" y="364"/>
                  <a:pt x="552" y="394"/>
                  <a:pt x="552" y="430"/>
                </a:cubicBezTo>
                <a:cubicBezTo>
                  <a:pt x="552" y="466"/>
                  <a:pt x="522" y="496"/>
                  <a:pt x="486" y="496"/>
                </a:cubicBezTo>
                <a:cubicBezTo>
                  <a:pt x="450" y="496"/>
                  <a:pt x="420" y="466"/>
                  <a:pt x="420" y="430"/>
                </a:cubicBezTo>
                <a:close/>
                <a:moveTo>
                  <a:pt x="420" y="795"/>
                </a:moveTo>
                <a:cubicBezTo>
                  <a:pt x="420" y="759"/>
                  <a:pt x="450" y="729"/>
                  <a:pt x="486" y="729"/>
                </a:cubicBezTo>
                <a:cubicBezTo>
                  <a:pt x="522" y="729"/>
                  <a:pt x="552" y="759"/>
                  <a:pt x="552" y="795"/>
                </a:cubicBezTo>
                <a:cubicBezTo>
                  <a:pt x="552" y="831"/>
                  <a:pt x="522" y="861"/>
                  <a:pt x="486" y="861"/>
                </a:cubicBezTo>
                <a:cubicBezTo>
                  <a:pt x="450" y="861"/>
                  <a:pt x="420" y="831"/>
                  <a:pt x="420" y="795"/>
                </a:cubicBezTo>
                <a:close/>
                <a:moveTo>
                  <a:pt x="420" y="1160"/>
                </a:moveTo>
                <a:cubicBezTo>
                  <a:pt x="420" y="1124"/>
                  <a:pt x="450" y="1094"/>
                  <a:pt x="486" y="1094"/>
                </a:cubicBezTo>
                <a:cubicBezTo>
                  <a:pt x="522" y="1094"/>
                  <a:pt x="552" y="1124"/>
                  <a:pt x="552" y="1160"/>
                </a:cubicBezTo>
                <a:cubicBezTo>
                  <a:pt x="552" y="1196"/>
                  <a:pt x="522" y="1226"/>
                  <a:pt x="486" y="1226"/>
                </a:cubicBezTo>
                <a:cubicBezTo>
                  <a:pt x="450" y="1226"/>
                  <a:pt x="420" y="1196"/>
                  <a:pt x="420" y="1160"/>
                </a:cubicBezTo>
                <a:close/>
                <a:moveTo>
                  <a:pt x="840" y="66"/>
                </a:moveTo>
                <a:cubicBezTo>
                  <a:pt x="840" y="30"/>
                  <a:pt x="870" y="0"/>
                  <a:pt x="906" y="0"/>
                </a:cubicBezTo>
                <a:cubicBezTo>
                  <a:pt x="942" y="0"/>
                  <a:pt x="972" y="30"/>
                  <a:pt x="972" y="66"/>
                </a:cubicBezTo>
                <a:cubicBezTo>
                  <a:pt x="972" y="102"/>
                  <a:pt x="942" y="132"/>
                  <a:pt x="906" y="132"/>
                </a:cubicBezTo>
                <a:cubicBezTo>
                  <a:pt x="870" y="132"/>
                  <a:pt x="840" y="102"/>
                  <a:pt x="840" y="66"/>
                </a:cubicBezTo>
                <a:close/>
                <a:moveTo>
                  <a:pt x="840" y="430"/>
                </a:moveTo>
                <a:cubicBezTo>
                  <a:pt x="840" y="394"/>
                  <a:pt x="870" y="364"/>
                  <a:pt x="906" y="364"/>
                </a:cubicBezTo>
                <a:cubicBezTo>
                  <a:pt x="942" y="364"/>
                  <a:pt x="972" y="394"/>
                  <a:pt x="972" y="430"/>
                </a:cubicBezTo>
                <a:cubicBezTo>
                  <a:pt x="972" y="466"/>
                  <a:pt x="942" y="496"/>
                  <a:pt x="906" y="496"/>
                </a:cubicBezTo>
                <a:cubicBezTo>
                  <a:pt x="870" y="496"/>
                  <a:pt x="840" y="466"/>
                  <a:pt x="840" y="430"/>
                </a:cubicBezTo>
                <a:close/>
                <a:moveTo>
                  <a:pt x="840" y="795"/>
                </a:moveTo>
                <a:cubicBezTo>
                  <a:pt x="840" y="759"/>
                  <a:pt x="870" y="729"/>
                  <a:pt x="906" y="729"/>
                </a:cubicBezTo>
                <a:cubicBezTo>
                  <a:pt x="942" y="729"/>
                  <a:pt x="972" y="759"/>
                  <a:pt x="972" y="795"/>
                </a:cubicBezTo>
                <a:cubicBezTo>
                  <a:pt x="972" y="831"/>
                  <a:pt x="942" y="861"/>
                  <a:pt x="906" y="861"/>
                </a:cubicBezTo>
                <a:cubicBezTo>
                  <a:pt x="870" y="861"/>
                  <a:pt x="840" y="831"/>
                  <a:pt x="840" y="795"/>
                </a:cubicBezTo>
                <a:close/>
                <a:moveTo>
                  <a:pt x="840" y="1160"/>
                </a:moveTo>
                <a:cubicBezTo>
                  <a:pt x="840" y="1124"/>
                  <a:pt x="870" y="1094"/>
                  <a:pt x="906" y="1094"/>
                </a:cubicBezTo>
                <a:cubicBezTo>
                  <a:pt x="942" y="1094"/>
                  <a:pt x="972" y="1124"/>
                  <a:pt x="972" y="1160"/>
                </a:cubicBezTo>
                <a:cubicBezTo>
                  <a:pt x="972" y="1196"/>
                  <a:pt x="942" y="1226"/>
                  <a:pt x="906" y="1226"/>
                </a:cubicBezTo>
                <a:cubicBezTo>
                  <a:pt x="870" y="1226"/>
                  <a:pt x="840" y="1196"/>
                  <a:pt x="840" y="1160"/>
                </a:cubicBezTo>
                <a:close/>
                <a:moveTo>
                  <a:pt x="1260" y="66"/>
                </a:moveTo>
                <a:cubicBezTo>
                  <a:pt x="1260" y="30"/>
                  <a:pt x="1290" y="0"/>
                  <a:pt x="1326" y="0"/>
                </a:cubicBezTo>
                <a:cubicBezTo>
                  <a:pt x="1362" y="0"/>
                  <a:pt x="1392" y="30"/>
                  <a:pt x="1392" y="66"/>
                </a:cubicBezTo>
                <a:cubicBezTo>
                  <a:pt x="1392" y="102"/>
                  <a:pt x="1362" y="132"/>
                  <a:pt x="1326" y="132"/>
                </a:cubicBezTo>
                <a:cubicBezTo>
                  <a:pt x="1290" y="132"/>
                  <a:pt x="1260" y="102"/>
                  <a:pt x="1260" y="66"/>
                </a:cubicBezTo>
                <a:close/>
                <a:moveTo>
                  <a:pt x="1260" y="430"/>
                </a:moveTo>
                <a:cubicBezTo>
                  <a:pt x="1260" y="394"/>
                  <a:pt x="1290" y="364"/>
                  <a:pt x="1326" y="364"/>
                </a:cubicBezTo>
                <a:cubicBezTo>
                  <a:pt x="1362" y="364"/>
                  <a:pt x="1392" y="394"/>
                  <a:pt x="1392" y="430"/>
                </a:cubicBezTo>
                <a:cubicBezTo>
                  <a:pt x="1392" y="466"/>
                  <a:pt x="1362" y="496"/>
                  <a:pt x="1326" y="496"/>
                </a:cubicBezTo>
                <a:cubicBezTo>
                  <a:pt x="1290" y="496"/>
                  <a:pt x="1260" y="466"/>
                  <a:pt x="1260" y="430"/>
                </a:cubicBezTo>
                <a:close/>
                <a:moveTo>
                  <a:pt x="1260" y="795"/>
                </a:moveTo>
                <a:cubicBezTo>
                  <a:pt x="1260" y="759"/>
                  <a:pt x="1290" y="729"/>
                  <a:pt x="1326" y="729"/>
                </a:cubicBezTo>
                <a:cubicBezTo>
                  <a:pt x="1362" y="729"/>
                  <a:pt x="1392" y="759"/>
                  <a:pt x="1392" y="795"/>
                </a:cubicBezTo>
                <a:cubicBezTo>
                  <a:pt x="1392" y="831"/>
                  <a:pt x="1362" y="861"/>
                  <a:pt x="1326" y="861"/>
                </a:cubicBezTo>
                <a:cubicBezTo>
                  <a:pt x="1290" y="861"/>
                  <a:pt x="1260" y="831"/>
                  <a:pt x="1260" y="795"/>
                </a:cubicBezTo>
                <a:close/>
                <a:moveTo>
                  <a:pt x="1260" y="1160"/>
                </a:moveTo>
                <a:cubicBezTo>
                  <a:pt x="1260" y="1124"/>
                  <a:pt x="1290" y="1094"/>
                  <a:pt x="1326" y="1094"/>
                </a:cubicBezTo>
                <a:cubicBezTo>
                  <a:pt x="1362" y="1094"/>
                  <a:pt x="1392" y="1124"/>
                  <a:pt x="1392" y="1160"/>
                </a:cubicBezTo>
                <a:cubicBezTo>
                  <a:pt x="1392" y="1196"/>
                  <a:pt x="1362" y="1226"/>
                  <a:pt x="1326" y="1226"/>
                </a:cubicBezTo>
                <a:cubicBezTo>
                  <a:pt x="1290" y="1226"/>
                  <a:pt x="1260" y="1196"/>
                  <a:pt x="1260" y="116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MiSans Light" panose="00000400000000000000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052830" y="2374265"/>
            <a:ext cx="1978025" cy="1101090"/>
          </a:xfrm>
        </p:spPr>
        <p:txBody>
          <a:bodyPr wrap="square" anchor="b">
            <a:noAutofit/>
          </a:bodyPr>
          <a:lstStyle>
            <a:lvl1pPr algn="ctr">
              <a:defRPr kumimoji="0" lang="zh-CN" altLang="en-US" sz="6000" b="1" i="0" u="none" strike="noStrike" kern="1200" cap="none" spc="0" normalizeH="0" baseline="0" noProof="1" dirty="0">
                <a:ln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MiSans Bold" panose="00000800000000000000" pitchFamily="2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任意多边形: 形状 59"/>
          <p:cNvSpPr/>
          <p:nvPr userDrawn="1">
            <p:custDataLst>
              <p:tags r:id="rId2"/>
            </p:custDataLst>
          </p:nvPr>
        </p:nvSpPr>
        <p:spPr>
          <a:xfrm>
            <a:off x="7687945" y="4854575"/>
            <a:ext cx="4502785" cy="2003425"/>
          </a:xfrm>
          <a:custGeom>
            <a:avLst/>
            <a:gdLst>
              <a:gd name="connsiteX0" fmla="*/ 3422801 w 5407679"/>
              <a:gd name="connsiteY0" fmla="*/ 0 h 2406016"/>
              <a:gd name="connsiteX1" fmla="*/ 5236006 w 5407679"/>
              <a:gd name="connsiteY1" fmla="*/ 482624 h 2406016"/>
              <a:gd name="connsiteX2" fmla="*/ 5407679 w 5407679"/>
              <a:gd name="connsiteY2" fmla="*/ 589781 h 2406016"/>
              <a:gd name="connsiteX3" fmla="*/ 5407679 w 5407679"/>
              <a:gd name="connsiteY3" fmla="*/ 2406016 h 2406016"/>
              <a:gd name="connsiteX4" fmla="*/ 0 w 5407679"/>
              <a:gd name="connsiteY4" fmla="*/ 2406016 h 2406016"/>
              <a:gd name="connsiteX5" fmla="*/ 66315 w 5407679"/>
              <a:gd name="connsiteY5" fmla="*/ 2224829 h 2406016"/>
              <a:gd name="connsiteX6" fmla="*/ 3422801 w 5407679"/>
              <a:gd name="connsiteY6" fmla="*/ 0 h 240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7679" h="2406016">
                <a:moveTo>
                  <a:pt x="3422801" y="0"/>
                </a:moveTo>
                <a:cubicBezTo>
                  <a:pt x="4082935" y="0"/>
                  <a:pt x="4702056" y="175595"/>
                  <a:pt x="5236006" y="482624"/>
                </a:cubicBezTo>
                <a:lnTo>
                  <a:pt x="5407679" y="589781"/>
                </a:lnTo>
                <a:lnTo>
                  <a:pt x="5407679" y="2406016"/>
                </a:lnTo>
                <a:lnTo>
                  <a:pt x="0" y="2406016"/>
                </a:lnTo>
                <a:lnTo>
                  <a:pt x="66315" y="2224829"/>
                </a:lnTo>
                <a:cubicBezTo>
                  <a:pt x="619315" y="917391"/>
                  <a:pt x="1913924" y="0"/>
                  <a:pt x="3422801" y="0"/>
                </a:cubicBezTo>
                <a:close/>
              </a:path>
            </a:pathLst>
          </a:custGeom>
          <a:solidFill>
            <a:schemeClr val="accent4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accent4"/>
              </a:solidFill>
              <a:cs typeface="MiSans Bold" panose="00000800000000000000" pitchFamily="2" charset="-122"/>
            </a:endParaRPr>
          </a:p>
        </p:txBody>
      </p:sp>
      <p:pic>
        <p:nvPicPr>
          <p:cNvPr id="20" name="图片 19" descr="城市的高楼大厦&#10;&#10;描述已自动生成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393" b="4831"/>
          <a:stretch>
            <a:fillRect/>
          </a:stretch>
        </p:blipFill>
        <p:spPr>
          <a:xfrm>
            <a:off x="-49" y="0"/>
            <a:ext cx="12192098" cy="6159090"/>
          </a:xfrm>
          <a:prstGeom prst="rect">
            <a:avLst/>
          </a:prstGeom>
        </p:spPr>
      </p:pic>
      <p:sp>
        <p:nvSpPr>
          <p:cNvPr id="21" name="矩形 20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158865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19" name="矩形 18"/>
          <p:cNvSpPr/>
          <p:nvPr userDrawn="1">
            <p:custDataLst>
              <p:tags r:id="rId7"/>
            </p:custDataLst>
          </p:nvPr>
        </p:nvSpPr>
        <p:spPr>
          <a:xfrm>
            <a:off x="-49" y="6088077"/>
            <a:ext cx="12192098" cy="1520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1"/>
              </a:solidFill>
              <a:cs typeface="MiSans Bold" panose="00000800000000000000" pitchFamily="2" charset="-122"/>
            </a:endParaRPr>
          </a:p>
        </p:txBody>
      </p:sp>
      <p:sp>
        <p:nvSpPr>
          <p:cNvPr id="37" name="椭圆 36"/>
          <p:cNvSpPr/>
          <p:nvPr userDrawn="1">
            <p:custDataLst>
              <p:tags r:id="rId8"/>
            </p:custDataLst>
          </p:nvPr>
        </p:nvSpPr>
        <p:spPr>
          <a:xfrm>
            <a:off x="10460355" y="3578225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42" name="椭圆 41"/>
          <p:cNvSpPr/>
          <p:nvPr userDrawn="1">
            <p:custDataLst>
              <p:tags r:id="rId9"/>
            </p:custDataLst>
          </p:nvPr>
        </p:nvSpPr>
        <p:spPr>
          <a:xfrm>
            <a:off x="10460355" y="3810000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46" name="椭圆 45"/>
          <p:cNvSpPr/>
          <p:nvPr userDrawn="1">
            <p:custDataLst>
              <p:tags r:id="rId10"/>
            </p:custDataLst>
          </p:nvPr>
        </p:nvSpPr>
        <p:spPr>
          <a:xfrm>
            <a:off x="10460355" y="4041775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50" name="椭圆 49"/>
          <p:cNvSpPr/>
          <p:nvPr userDrawn="1">
            <p:custDataLst>
              <p:tags r:id="rId11"/>
            </p:custDataLst>
          </p:nvPr>
        </p:nvSpPr>
        <p:spPr>
          <a:xfrm>
            <a:off x="10460355" y="4273550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38" name="椭圆 37"/>
          <p:cNvSpPr/>
          <p:nvPr userDrawn="1">
            <p:custDataLst>
              <p:tags r:id="rId12"/>
            </p:custDataLst>
          </p:nvPr>
        </p:nvSpPr>
        <p:spPr>
          <a:xfrm>
            <a:off x="10727055" y="3578225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43" name="椭圆 42"/>
          <p:cNvSpPr/>
          <p:nvPr userDrawn="1">
            <p:custDataLst>
              <p:tags r:id="rId13"/>
            </p:custDataLst>
          </p:nvPr>
        </p:nvSpPr>
        <p:spPr>
          <a:xfrm>
            <a:off x="10727055" y="3810000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47" name="椭圆 46"/>
          <p:cNvSpPr/>
          <p:nvPr userDrawn="1">
            <p:custDataLst>
              <p:tags r:id="rId14"/>
            </p:custDataLst>
          </p:nvPr>
        </p:nvSpPr>
        <p:spPr>
          <a:xfrm>
            <a:off x="10727055" y="4041775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51" name="椭圆 50"/>
          <p:cNvSpPr/>
          <p:nvPr userDrawn="1">
            <p:custDataLst>
              <p:tags r:id="rId15"/>
            </p:custDataLst>
          </p:nvPr>
        </p:nvSpPr>
        <p:spPr>
          <a:xfrm>
            <a:off x="10727055" y="4273550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39" name="椭圆 38"/>
          <p:cNvSpPr/>
          <p:nvPr userDrawn="1">
            <p:custDataLst>
              <p:tags r:id="rId16"/>
            </p:custDataLst>
          </p:nvPr>
        </p:nvSpPr>
        <p:spPr>
          <a:xfrm>
            <a:off x="10993755" y="3578225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44" name="椭圆 43"/>
          <p:cNvSpPr/>
          <p:nvPr userDrawn="1">
            <p:custDataLst>
              <p:tags r:id="rId17"/>
            </p:custDataLst>
          </p:nvPr>
        </p:nvSpPr>
        <p:spPr>
          <a:xfrm>
            <a:off x="10993755" y="3810000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48" name="椭圆 47"/>
          <p:cNvSpPr/>
          <p:nvPr userDrawn="1">
            <p:custDataLst>
              <p:tags r:id="rId18"/>
            </p:custDataLst>
          </p:nvPr>
        </p:nvSpPr>
        <p:spPr>
          <a:xfrm>
            <a:off x="10993755" y="4041775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52" name="椭圆 51"/>
          <p:cNvSpPr/>
          <p:nvPr userDrawn="1">
            <p:custDataLst>
              <p:tags r:id="rId19"/>
            </p:custDataLst>
          </p:nvPr>
        </p:nvSpPr>
        <p:spPr>
          <a:xfrm>
            <a:off x="10993755" y="4273550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87" name="椭圆 86"/>
          <p:cNvSpPr/>
          <p:nvPr userDrawn="1">
            <p:custDataLst>
              <p:tags r:id="rId20"/>
            </p:custDataLst>
          </p:nvPr>
        </p:nvSpPr>
        <p:spPr>
          <a:xfrm>
            <a:off x="11260455" y="3578225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cs typeface="MiSans Bold" panose="00000800000000000000" pitchFamily="2" charset="-122"/>
            </a:endParaRPr>
          </a:p>
        </p:txBody>
      </p:sp>
      <p:sp>
        <p:nvSpPr>
          <p:cNvPr id="88" name="椭圆 87"/>
          <p:cNvSpPr/>
          <p:nvPr userDrawn="1">
            <p:custDataLst>
              <p:tags r:id="rId21"/>
            </p:custDataLst>
          </p:nvPr>
        </p:nvSpPr>
        <p:spPr>
          <a:xfrm>
            <a:off x="11260455" y="3810000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89" name="椭圆 88"/>
          <p:cNvSpPr/>
          <p:nvPr userDrawn="1">
            <p:custDataLst>
              <p:tags r:id="rId22"/>
            </p:custDataLst>
          </p:nvPr>
        </p:nvSpPr>
        <p:spPr>
          <a:xfrm>
            <a:off x="11260455" y="4041775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90" name="椭圆 89"/>
          <p:cNvSpPr/>
          <p:nvPr userDrawn="1">
            <p:custDataLst>
              <p:tags r:id="rId23"/>
            </p:custDataLst>
          </p:nvPr>
        </p:nvSpPr>
        <p:spPr>
          <a:xfrm>
            <a:off x="11260455" y="4273550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7" name="日期"/>
          <p:cNvSpPr>
            <a:spLocks noGrp="1"/>
          </p:cNvSpPr>
          <p:nvPr>
            <p:ph type="body" idx="16386" hasCustomPrompt="1"/>
            <p:custDataLst>
              <p:tags r:id="rId24"/>
            </p:custDataLst>
          </p:nvPr>
        </p:nvSpPr>
        <p:spPr>
          <a:xfrm>
            <a:off x="1016000" y="1309370"/>
            <a:ext cx="6097058" cy="4572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1078210" y="581660"/>
            <a:ext cx="622935" cy="91440"/>
            <a:chOff x="17169" y="614"/>
            <a:chExt cx="981" cy="144"/>
          </a:xfrm>
        </p:grpSpPr>
        <p:sp>
          <p:nvSpPr>
            <p:cNvPr id="9" name="椭圆 5"/>
            <p:cNvSpPr/>
            <p:nvPr userDrawn="1">
              <p:custDataLst>
                <p:tags r:id="rId25"/>
              </p:custDataLst>
            </p:nvPr>
          </p:nvSpPr>
          <p:spPr>
            <a:xfrm>
              <a:off x="17169" y="614"/>
              <a:ext cx="144" cy="14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13" name="椭圆 12"/>
            <p:cNvSpPr/>
            <p:nvPr userDrawn="1">
              <p:custDataLst>
                <p:tags r:id="rId26"/>
              </p:custDataLst>
            </p:nvPr>
          </p:nvSpPr>
          <p:spPr>
            <a:xfrm>
              <a:off x="17588" y="614"/>
              <a:ext cx="144" cy="144"/>
            </a:xfrm>
            <a:prstGeom prst="ellipse">
              <a:avLst/>
            </a:prstGeom>
            <a:solidFill>
              <a:schemeClr val="accent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14" name="椭圆 13"/>
            <p:cNvSpPr/>
            <p:nvPr userDrawn="1">
              <p:custDataLst>
                <p:tags r:id="rId27"/>
              </p:custDataLst>
            </p:nvPr>
          </p:nvSpPr>
          <p:spPr>
            <a:xfrm>
              <a:off x="18006" y="614"/>
              <a:ext cx="144" cy="1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</p:grpSp>
      <p:sp>
        <p:nvSpPr>
          <p:cNvPr id="6" name="标题 1"/>
          <p:cNvSpPr>
            <a:spLocks noGrp="1"/>
          </p:cNvSpPr>
          <p:nvPr>
            <p:ph type="ctrTitle" idx="16385" hasCustomPrompt="1"/>
            <p:custDataLst>
              <p:tags r:id="rId28"/>
            </p:custDataLst>
          </p:nvPr>
        </p:nvSpPr>
        <p:spPr>
          <a:xfrm>
            <a:off x="1016000" y="181737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8" name="署名占位符 10"/>
          <p:cNvSpPr>
            <a:spLocks noGrp="1"/>
          </p:cNvSpPr>
          <p:nvPr>
            <p:ph type="body" sz="quarter" idx="16387" hasCustomPrompt="1"/>
            <p:custDataLst>
              <p:tags r:id="rId29"/>
            </p:custDataLst>
          </p:nvPr>
        </p:nvSpPr>
        <p:spPr>
          <a:xfrm>
            <a:off x="1016000" y="4408170"/>
            <a:ext cx="2540882" cy="5334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-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任意多边形: 形状 59"/>
          <p:cNvSpPr/>
          <p:nvPr userDrawn="1">
            <p:custDataLst>
              <p:tags r:id="rId2"/>
            </p:custDataLst>
          </p:nvPr>
        </p:nvSpPr>
        <p:spPr>
          <a:xfrm flipH="1">
            <a:off x="0" y="4894580"/>
            <a:ext cx="4095115" cy="1963420"/>
          </a:xfrm>
          <a:custGeom>
            <a:avLst/>
            <a:gdLst>
              <a:gd name="connsiteX0" fmla="*/ 3422801 w 5407679"/>
              <a:gd name="connsiteY0" fmla="*/ 0 h 2406016"/>
              <a:gd name="connsiteX1" fmla="*/ 5236006 w 5407679"/>
              <a:gd name="connsiteY1" fmla="*/ 482624 h 2406016"/>
              <a:gd name="connsiteX2" fmla="*/ 5407679 w 5407679"/>
              <a:gd name="connsiteY2" fmla="*/ 589781 h 2406016"/>
              <a:gd name="connsiteX3" fmla="*/ 5407679 w 5407679"/>
              <a:gd name="connsiteY3" fmla="*/ 2406016 h 2406016"/>
              <a:gd name="connsiteX4" fmla="*/ 0 w 5407679"/>
              <a:gd name="connsiteY4" fmla="*/ 2406016 h 2406016"/>
              <a:gd name="connsiteX5" fmla="*/ 66315 w 5407679"/>
              <a:gd name="connsiteY5" fmla="*/ 2224829 h 2406016"/>
              <a:gd name="connsiteX6" fmla="*/ 3422801 w 5407679"/>
              <a:gd name="connsiteY6" fmla="*/ 0 h 240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7679" h="2406016">
                <a:moveTo>
                  <a:pt x="3422801" y="0"/>
                </a:moveTo>
                <a:cubicBezTo>
                  <a:pt x="4082935" y="0"/>
                  <a:pt x="4702056" y="175595"/>
                  <a:pt x="5236006" y="482624"/>
                </a:cubicBezTo>
                <a:lnTo>
                  <a:pt x="5407679" y="589781"/>
                </a:lnTo>
                <a:lnTo>
                  <a:pt x="5407679" y="2406016"/>
                </a:lnTo>
                <a:lnTo>
                  <a:pt x="0" y="2406016"/>
                </a:lnTo>
                <a:lnTo>
                  <a:pt x="66315" y="2224829"/>
                </a:lnTo>
                <a:cubicBezTo>
                  <a:pt x="619315" y="917391"/>
                  <a:pt x="1913924" y="0"/>
                  <a:pt x="3422801" y="0"/>
                </a:cubicBezTo>
                <a:close/>
              </a:path>
            </a:pathLst>
          </a:custGeom>
          <a:solidFill>
            <a:schemeClr val="accent4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accent4"/>
              </a:solidFill>
              <a:cs typeface="MiSans Bold" panose="00000800000000000000" pitchFamily="2" charset="-122"/>
            </a:endParaRPr>
          </a:p>
        </p:txBody>
      </p:sp>
      <p:pic>
        <p:nvPicPr>
          <p:cNvPr id="161" name="图片 16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44" r="6909" b="28992"/>
          <a:stretch>
            <a:fillRect/>
          </a:stretch>
        </p:blipFill>
        <p:spPr>
          <a:xfrm flipH="1">
            <a:off x="0" y="0"/>
            <a:ext cx="12192000" cy="6134100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133465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7826049" hasCustomPrompt="1"/>
            <p:custDataLst>
              <p:tags r:id="rId10"/>
            </p:custDataLst>
          </p:nvPr>
        </p:nvSpPr>
        <p:spPr>
          <a:xfrm>
            <a:off x="4823883" y="3209925"/>
            <a:ext cx="6352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idx="17826561" hasCustomPrompt="1"/>
            <p:custDataLst>
              <p:tags r:id="rId11"/>
            </p:custDataLst>
          </p:nvPr>
        </p:nvSpPr>
        <p:spPr>
          <a:xfrm>
            <a:off x="9648825" y="1584325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4" name="矩形 3"/>
          <p:cNvSpPr/>
          <p:nvPr userDrawn="1">
            <p:custDataLst>
              <p:tags r:id="rId12"/>
            </p:custDataLst>
          </p:nvPr>
        </p:nvSpPr>
        <p:spPr>
          <a:xfrm>
            <a:off x="-49" y="6088077"/>
            <a:ext cx="12192098" cy="1520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1"/>
              </a:solidFill>
              <a:cs typeface="MiSans Bold" panose="00000800000000000000" pitchFamily="2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05460" y="581660"/>
            <a:ext cx="622935" cy="91440"/>
            <a:chOff x="17169" y="614"/>
            <a:chExt cx="981" cy="144"/>
          </a:xfrm>
        </p:grpSpPr>
        <p:sp>
          <p:nvSpPr>
            <p:cNvPr id="11" name="椭圆 5"/>
            <p:cNvSpPr/>
            <p:nvPr userDrawn="1">
              <p:custDataLst>
                <p:tags r:id="rId13"/>
              </p:custDataLst>
            </p:nvPr>
          </p:nvSpPr>
          <p:spPr>
            <a:xfrm>
              <a:off x="17169" y="614"/>
              <a:ext cx="144" cy="14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13" name="椭圆 12"/>
            <p:cNvSpPr/>
            <p:nvPr userDrawn="1">
              <p:custDataLst>
                <p:tags r:id="rId14"/>
              </p:custDataLst>
            </p:nvPr>
          </p:nvSpPr>
          <p:spPr>
            <a:xfrm>
              <a:off x="17588" y="614"/>
              <a:ext cx="144" cy="144"/>
            </a:xfrm>
            <a:prstGeom prst="ellipse">
              <a:avLst/>
            </a:prstGeom>
            <a:solidFill>
              <a:schemeClr val="accent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14" name="椭圆 13"/>
            <p:cNvSpPr/>
            <p:nvPr userDrawn="1">
              <p:custDataLst>
                <p:tags r:id="rId15"/>
              </p:custDataLst>
            </p:nvPr>
          </p:nvSpPr>
          <p:spPr>
            <a:xfrm>
              <a:off x="18006" y="614"/>
              <a:ext cx="144" cy="1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59"/>
          <p:cNvSpPr/>
          <p:nvPr userDrawn="1">
            <p:custDataLst>
              <p:tags r:id="rId2"/>
            </p:custDataLst>
          </p:nvPr>
        </p:nvSpPr>
        <p:spPr>
          <a:xfrm>
            <a:off x="7687945" y="4854575"/>
            <a:ext cx="4502785" cy="2003425"/>
          </a:xfrm>
          <a:custGeom>
            <a:avLst/>
            <a:gdLst>
              <a:gd name="connsiteX0" fmla="*/ 3422801 w 5407679"/>
              <a:gd name="connsiteY0" fmla="*/ 0 h 2406016"/>
              <a:gd name="connsiteX1" fmla="*/ 5236006 w 5407679"/>
              <a:gd name="connsiteY1" fmla="*/ 482624 h 2406016"/>
              <a:gd name="connsiteX2" fmla="*/ 5407679 w 5407679"/>
              <a:gd name="connsiteY2" fmla="*/ 589781 h 2406016"/>
              <a:gd name="connsiteX3" fmla="*/ 5407679 w 5407679"/>
              <a:gd name="connsiteY3" fmla="*/ 2406016 h 2406016"/>
              <a:gd name="connsiteX4" fmla="*/ 0 w 5407679"/>
              <a:gd name="connsiteY4" fmla="*/ 2406016 h 2406016"/>
              <a:gd name="connsiteX5" fmla="*/ 66315 w 5407679"/>
              <a:gd name="connsiteY5" fmla="*/ 2224829 h 2406016"/>
              <a:gd name="connsiteX6" fmla="*/ 3422801 w 5407679"/>
              <a:gd name="connsiteY6" fmla="*/ 0 h 240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7679" h="2406016">
                <a:moveTo>
                  <a:pt x="3422801" y="0"/>
                </a:moveTo>
                <a:cubicBezTo>
                  <a:pt x="4082935" y="0"/>
                  <a:pt x="4702056" y="175595"/>
                  <a:pt x="5236006" y="482624"/>
                </a:cubicBezTo>
                <a:lnTo>
                  <a:pt x="5407679" y="589781"/>
                </a:lnTo>
                <a:lnTo>
                  <a:pt x="5407679" y="2406016"/>
                </a:lnTo>
                <a:lnTo>
                  <a:pt x="0" y="2406016"/>
                </a:lnTo>
                <a:lnTo>
                  <a:pt x="66315" y="2224829"/>
                </a:lnTo>
                <a:cubicBezTo>
                  <a:pt x="619315" y="917391"/>
                  <a:pt x="1913924" y="0"/>
                  <a:pt x="3422801" y="0"/>
                </a:cubicBezTo>
                <a:close/>
              </a:path>
            </a:pathLst>
          </a:custGeom>
          <a:solidFill>
            <a:schemeClr val="accent4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accent4"/>
              </a:solidFill>
              <a:cs typeface="MiSans Bold" panose="00000800000000000000" pitchFamily="2" charset="-122"/>
            </a:endParaRPr>
          </a:p>
        </p:txBody>
      </p:sp>
      <p:pic>
        <p:nvPicPr>
          <p:cNvPr id="12" name="图片 11" descr="城市的高楼大厦&#10;&#10;描述已自动生成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393" b="4831"/>
          <a:stretch>
            <a:fillRect/>
          </a:stretch>
        </p:blipFill>
        <p:spPr>
          <a:xfrm>
            <a:off x="0" y="0"/>
            <a:ext cx="12192098" cy="6159090"/>
          </a:xfrm>
          <a:prstGeom prst="rect">
            <a:avLst/>
          </a:prstGeom>
        </p:spPr>
      </p:pic>
      <p:sp>
        <p:nvSpPr>
          <p:cNvPr id="3" name="矩形 2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158865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4" name="矩形 3"/>
          <p:cNvSpPr/>
          <p:nvPr userDrawn="1">
            <p:custDataLst>
              <p:tags r:id="rId7"/>
            </p:custDataLst>
          </p:nvPr>
        </p:nvSpPr>
        <p:spPr>
          <a:xfrm>
            <a:off x="-49" y="6088077"/>
            <a:ext cx="12192098" cy="1520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1"/>
              </a:solidFill>
              <a:cs typeface="MiSans Bold" panose="00000800000000000000" pitchFamily="2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11078210" y="581660"/>
            <a:ext cx="622935" cy="91440"/>
            <a:chOff x="17169" y="614"/>
            <a:chExt cx="981" cy="144"/>
          </a:xfrm>
        </p:grpSpPr>
        <p:sp>
          <p:nvSpPr>
            <p:cNvPr id="9" name="椭圆 5"/>
            <p:cNvSpPr/>
            <p:nvPr userDrawn="1">
              <p:custDataLst>
                <p:tags r:id="rId8"/>
              </p:custDataLst>
            </p:nvPr>
          </p:nvSpPr>
          <p:spPr>
            <a:xfrm>
              <a:off x="17169" y="614"/>
              <a:ext cx="144" cy="14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7" name="椭圆 6"/>
            <p:cNvSpPr/>
            <p:nvPr userDrawn="1">
              <p:custDataLst>
                <p:tags r:id="rId9"/>
              </p:custDataLst>
            </p:nvPr>
          </p:nvSpPr>
          <p:spPr>
            <a:xfrm>
              <a:off x="17588" y="614"/>
              <a:ext cx="144" cy="144"/>
            </a:xfrm>
            <a:prstGeom prst="ellipse">
              <a:avLst/>
            </a:prstGeom>
            <a:solidFill>
              <a:schemeClr val="accent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11" name="椭圆 10"/>
            <p:cNvSpPr/>
            <p:nvPr userDrawn="1">
              <p:custDataLst>
                <p:tags r:id="rId10"/>
              </p:custDataLst>
            </p:nvPr>
          </p:nvSpPr>
          <p:spPr>
            <a:xfrm>
              <a:off x="18006" y="614"/>
              <a:ext cx="144" cy="1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</p:grpSp>
      <p:sp>
        <p:nvSpPr>
          <p:cNvPr id="10" name="Subtitle 9"/>
          <p:cNvSpPr>
            <a:spLocks noGrp="1"/>
          </p:cNvSpPr>
          <p:nvPr>
            <p:ph type="body" idx="17826305" hasCustomPrompt="1"/>
            <p:custDataLst>
              <p:tags r:id="rId11"/>
            </p:custDataLst>
          </p:nvPr>
        </p:nvSpPr>
        <p:spPr>
          <a:xfrm>
            <a:off x="1016000" y="2159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7826049" hasCustomPrompt="1"/>
            <p:custDataLst>
              <p:tags r:id="rId12"/>
            </p:custDataLst>
          </p:nvPr>
        </p:nvSpPr>
        <p:spPr>
          <a:xfrm>
            <a:off x="1016000" y="2667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2" Type="http://schemas.openxmlformats.org/officeDocument/2006/relationships/theme" Target="../theme/theme2.xml"/><Relationship Id="rId41" Type="http://schemas.openxmlformats.org/officeDocument/2006/relationships/tags" Target="../tags/tag407.xml"/><Relationship Id="rId40" Type="http://schemas.openxmlformats.org/officeDocument/2006/relationships/tags" Target="../tags/tag406.xml"/><Relationship Id="rId4" Type="http://schemas.openxmlformats.org/officeDocument/2006/relationships/slideLayout" Target="../slideLayouts/slideLayout14.xml"/><Relationship Id="rId39" Type="http://schemas.openxmlformats.org/officeDocument/2006/relationships/tags" Target="../tags/tag405.xml"/><Relationship Id="rId38" Type="http://schemas.openxmlformats.org/officeDocument/2006/relationships/tags" Target="../tags/tag404.xml"/><Relationship Id="rId37" Type="http://schemas.openxmlformats.org/officeDocument/2006/relationships/tags" Target="../tags/tag403.xml"/><Relationship Id="rId36" Type="http://schemas.openxmlformats.org/officeDocument/2006/relationships/tags" Target="../tags/tag402.xml"/><Relationship Id="rId35" Type="http://schemas.openxmlformats.org/officeDocument/2006/relationships/tags" Target="../tags/tag401.xml"/><Relationship Id="rId34" Type="http://schemas.openxmlformats.org/officeDocument/2006/relationships/tags" Target="../tags/tag400.xml"/><Relationship Id="rId33" Type="http://schemas.openxmlformats.org/officeDocument/2006/relationships/tags" Target="../tags/tag399.xml"/><Relationship Id="rId32" Type="http://schemas.openxmlformats.org/officeDocument/2006/relationships/tags" Target="../tags/tag398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>
            <p:custDataLst>
              <p:tags r:id="rId32"/>
            </p:custDataLst>
          </p:nvPr>
        </p:nvSpPr>
        <p:spPr>
          <a:xfrm>
            <a:off x="91440" y="6569075"/>
            <a:ext cx="12114530" cy="288290"/>
          </a:xfrm>
          <a:prstGeom prst="rect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19" name="矩形 18"/>
          <p:cNvSpPr/>
          <p:nvPr userDrawn="1">
            <p:custDataLst>
              <p:tags r:id="rId33"/>
            </p:custDataLst>
          </p:nvPr>
        </p:nvSpPr>
        <p:spPr>
          <a:xfrm rot="5400000">
            <a:off x="-95250" y="6665595"/>
            <a:ext cx="28829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7" name="任意多边形 36"/>
          <p:cNvSpPr/>
          <p:nvPr userDrawn="1">
            <p:custDataLst>
              <p:tags r:id="rId39"/>
            </p:custDataLst>
          </p:nvPr>
        </p:nvSpPr>
        <p:spPr>
          <a:xfrm>
            <a:off x="11021695" y="259715"/>
            <a:ext cx="883920" cy="77851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392" h="1226">
                <a:moveTo>
                  <a:pt x="0" y="66"/>
                </a:moveTo>
                <a:cubicBezTo>
                  <a:pt x="0" y="30"/>
                  <a:pt x="30" y="0"/>
                  <a:pt x="66" y="0"/>
                </a:cubicBezTo>
                <a:cubicBezTo>
                  <a:pt x="102" y="0"/>
                  <a:pt x="132" y="30"/>
                  <a:pt x="132" y="66"/>
                </a:cubicBezTo>
                <a:cubicBezTo>
                  <a:pt x="132" y="102"/>
                  <a:pt x="102" y="132"/>
                  <a:pt x="66" y="132"/>
                </a:cubicBezTo>
                <a:cubicBezTo>
                  <a:pt x="30" y="132"/>
                  <a:pt x="0" y="102"/>
                  <a:pt x="0" y="66"/>
                </a:cubicBezTo>
                <a:close/>
                <a:moveTo>
                  <a:pt x="0" y="430"/>
                </a:moveTo>
                <a:cubicBezTo>
                  <a:pt x="0" y="394"/>
                  <a:pt x="30" y="364"/>
                  <a:pt x="66" y="364"/>
                </a:cubicBezTo>
                <a:cubicBezTo>
                  <a:pt x="102" y="364"/>
                  <a:pt x="132" y="394"/>
                  <a:pt x="132" y="430"/>
                </a:cubicBezTo>
                <a:cubicBezTo>
                  <a:pt x="132" y="466"/>
                  <a:pt x="102" y="496"/>
                  <a:pt x="66" y="496"/>
                </a:cubicBezTo>
                <a:cubicBezTo>
                  <a:pt x="30" y="496"/>
                  <a:pt x="0" y="466"/>
                  <a:pt x="0" y="430"/>
                </a:cubicBezTo>
                <a:close/>
                <a:moveTo>
                  <a:pt x="0" y="795"/>
                </a:moveTo>
                <a:cubicBezTo>
                  <a:pt x="0" y="759"/>
                  <a:pt x="30" y="729"/>
                  <a:pt x="66" y="729"/>
                </a:cubicBezTo>
                <a:cubicBezTo>
                  <a:pt x="102" y="729"/>
                  <a:pt x="132" y="759"/>
                  <a:pt x="132" y="795"/>
                </a:cubicBezTo>
                <a:cubicBezTo>
                  <a:pt x="132" y="831"/>
                  <a:pt x="102" y="861"/>
                  <a:pt x="66" y="861"/>
                </a:cubicBezTo>
                <a:cubicBezTo>
                  <a:pt x="30" y="861"/>
                  <a:pt x="0" y="831"/>
                  <a:pt x="0" y="795"/>
                </a:cubicBezTo>
                <a:close/>
                <a:moveTo>
                  <a:pt x="0" y="1160"/>
                </a:moveTo>
                <a:cubicBezTo>
                  <a:pt x="0" y="1124"/>
                  <a:pt x="30" y="1094"/>
                  <a:pt x="66" y="1094"/>
                </a:cubicBezTo>
                <a:cubicBezTo>
                  <a:pt x="102" y="1094"/>
                  <a:pt x="132" y="1124"/>
                  <a:pt x="132" y="1160"/>
                </a:cubicBezTo>
                <a:cubicBezTo>
                  <a:pt x="132" y="1196"/>
                  <a:pt x="102" y="1226"/>
                  <a:pt x="66" y="1226"/>
                </a:cubicBezTo>
                <a:cubicBezTo>
                  <a:pt x="30" y="1226"/>
                  <a:pt x="0" y="1196"/>
                  <a:pt x="0" y="1160"/>
                </a:cubicBezTo>
                <a:close/>
                <a:moveTo>
                  <a:pt x="420" y="66"/>
                </a:moveTo>
                <a:cubicBezTo>
                  <a:pt x="420" y="30"/>
                  <a:pt x="450" y="0"/>
                  <a:pt x="486" y="0"/>
                </a:cubicBezTo>
                <a:cubicBezTo>
                  <a:pt x="522" y="0"/>
                  <a:pt x="552" y="30"/>
                  <a:pt x="552" y="66"/>
                </a:cubicBezTo>
                <a:cubicBezTo>
                  <a:pt x="552" y="102"/>
                  <a:pt x="522" y="132"/>
                  <a:pt x="486" y="132"/>
                </a:cubicBezTo>
                <a:cubicBezTo>
                  <a:pt x="450" y="132"/>
                  <a:pt x="420" y="102"/>
                  <a:pt x="420" y="66"/>
                </a:cubicBezTo>
                <a:close/>
                <a:moveTo>
                  <a:pt x="420" y="430"/>
                </a:moveTo>
                <a:cubicBezTo>
                  <a:pt x="420" y="394"/>
                  <a:pt x="450" y="364"/>
                  <a:pt x="486" y="364"/>
                </a:cubicBezTo>
                <a:cubicBezTo>
                  <a:pt x="522" y="364"/>
                  <a:pt x="552" y="394"/>
                  <a:pt x="552" y="430"/>
                </a:cubicBezTo>
                <a:cubicBezTo>
                  <a:pt x="552" y="466"/>
                  <a:pt x="522" y="496"/>
                  <a:pt x="486" y="496"/>
                </a:cubicBezTo>
                <a:cubicBezTo>
                  <a:pt x="450" y="496"/>
                  <a:pt x="420" y="466"/>
                  <a:pt x="420" y="430"/>
                </a:cubicBezTo>
                <a:close/>
                <a:moveTo>
                  <a:pt x="420" y="795"/>
                </a:moveTo>
                <a:cubicBezTo>
                  <a:pt x="420" y="759"/>
                  <a:pt x="450" y="729"/>
                  <a:pt x="486" y="729"/>
                </a:cubicBezTo>
                <a:cubicBezTo>
                  <a:pt x="522" y="729"/>
                  <a:pt x="552" y="759"/>
                  <a:pt x="552" y="795"/>
                </a:cubicBezTo>
                <a:cubicBezTo>
                  <a:pt x="552" y="831"/>
                  <a:pt x="522" y="861"/>
                  <a:pt x="486" y="861"/>
                </a:cubicBezTo>
                <a:cubicBezTo>
                  <a:pt x="450" y="861"/>
                  <a:pt x="420" y="831"/>
                  <a:pt x="420" y="795"/>
                </a:cubicBezTo>
                <a:close/>
                <a:moveTo>
                  <a:pt x="420" y="1160"/>
                </a:moveTo>
                <a:cubicBezTo>
                  <a:pt x="420" y="1124"/>
                  <a:pt x="450" y="1094"/>
                  <a:pt x="486" y="1094"/>
                </a:cubicBezTo>
                <a:cubicBezTo>
                  <a:pt x="522" y="1094"/>
                  <a:pt x="552" y="1124"/>
                  <a:pt x="552" y="1160"/>
                </a:cubicBezTo>
                <a:cubicBezTo>
                  <a:pt x="552" y="1196"/>
                  <a:pt x="522" y="1226"/>
                  <a:pt x="486" y="1226"/>
                </a:cubicBezTo>
                <a:cubicBezTo>
                  <a:pt x="450" y="1226"/>
                  <a:pt x="420" y="1196"/>
                  <a:pt x="420" y="1160"/>
                </a:cubicBezTo>
                <a:close/>
                <a:moveTo>
                  <a:pt x="840" y="66"/>
                </a:moveTo>
                <a:cubicBezTo>
                  <a:pt x="840" y="30"/>
                  <a:pt x="870" y="0"/>
                  <a:pt x="906" y="0"/>
                </a:cubicBezTo>
                <a:cubicBezTo>
                  <a:pt x="942" y="0"/>
                  <a:pt x="972" y="30"/>
                  <a:pt x="972" y="66"/>
                </a:cubicBezTo>
                <a:cubicBezTo>
                  <a:pt x="972" y="102"/>
                  <a:pt x="942" y="132"/>
                  <a:pt x="906" y="132"/>
                </a:cubicBezTo>
                <a:cubicBezTo>
                  <a:pt x="870" y="132"/>
                  <a:pt x="840" y="102"/>
                  <a:pt x="840" y="66"/>
                </a:cubicBezTo>
                <a:close/>
                <a:moveTo>
                  <a:pt x="840" y="430"/>
                </a:moveTo>
                <a:cubicBezTo>
                  <a:pt x="840" y="394"/>
                  <a:pt x="870" y="364"/>
                  <a:pt x="906" y="364"/>
                </a:cubicBezTo>
                <a:cubicBezTo>
                  <a:pt x="942" y="364"/>
                  <a:pt x="972" y="394"/>
                  <a:pt x="972" y="430"/>
                </a:cubicBezTo>
                <a:cubicBezTo>
                  <a:pt x="972" y="466"/>
                  <a:pt x="942" y="496"/>
                  <a:pt x="906" y="496"/>
                </a:cubicBezTo>
                <a:cubicBezTo>
                  <a:pt x="870" y="496"/>
                  <a:pt x="840" y="466"/>
                  <a:pt x="840" y="430"/>
                </a:cubicBezTo>
                <a:close/>
                <a:moveTo>
                  <a:pt x="840" y="795"/>
                </a:moveTo>
                <a:cubicBezTo>
                  <a:pt x="840" y="759"/>
                  <a:pt x="870" y="729"/>
                  <a:pt x="906" y="729"/>
                </a:cubicBezTo>
                <a:cubicBezTo>
                  <a:pt x="942" y="729"/>
                  <a:pt x="972" y="759"/>
                  <a:pt x="972" y="795"/>
                </a:cubicBezTo>
                <a:cubicBezTo>
                  <a:pt x="972" y="831"/>
                  <a:pt x="942" y="861"/>
                  <a:pt x="906" y="861"/>
                </a:cubicBezTo>
                <a:cubicBezTo>
                  <a:pt x="870" y="861"/>
                  <a:pt x="840" y="831"/>
                  <a:pt x="840" y="795"/>
                </a:cubicBezTo>
                <a:close/>
                <a:moveTo>
                  <a:pt x="840" y="1160"/>
                </a:moveTo>
                <a:cubicBezTo>
                  <a:pt x="840" y="1124"/>
                  <a:pt x="870" y="1094"/>
                  <a:pt x="906" y="1094"/>
                </a:cubicBezTo>
                <a:cubicBezTo>
                  <a:pt x="942" y="1094"/>
                  <a:pt x="972" y="1124"/>
                  <a:pt x="972" y="1160"/>
                </a:cubicBezTo>
                <a:cubicBezTo>
                  <a:pt x="972" y="1196"/>
                  <a:pt x="942" y="1226"/>
                  <a:pt x="906" y="1226"/>
                </a:cubicBezTo>
                <a:cubicBezTo>
                  <a:pt x="870" y="1226"/>
                  <a:pt x="840" y="1196"/>
                  <a:pt x="840" y="1160"/>
                </a:cubicBezTo>
                <a:close/>
                <a:moveTo>
                  <a:pt x="1260" y="66"/>
                </a:moveTo>
                <a:cubicBezTo>
                  <a:pt x="1260" y="30"/>
                  <a:pt x="1290" y="0"/>
                  <a:pt x="1326" y="0"/>
                </a:cubicBezTo>
                <a:cubicBezTo>
                  <a:pt x="1362" y="0"/>
                  <a:pt x="1392" y="30"/>
                  <a:pt x="1392" y="66"/>
                </a:cubicBezTo>
                <a:cubicBezTo>
                  <a:pt x="1392" y="102"/>
                  <a:pt x="1362" y="132"/>
                  <a:pt x="1326" y="132"/>
                </a:cubicBezTo>
                <a:cubicBezTo>
                  <a:pt x="1290" y="132"/>
                  <a:pt x="1260" y="102"/>
                  <a:pt x="1260" y="66"/>
                </a:cubicBezTo>
                <a:close/>
                <a:moveTo>
                  <a:pt x="1260" y="430"/>
                </a:moveTo>
                <a:cubicBezTo>
                  <a:pt x="1260" y="394"/>
                  <a:pt x="1290" y="364"/>
                  <a:pt x="1326" y="364"/>
                </a:cubicBezTo>
                <a:cubicBezTo>
                  <a:pt x="1362" y="364"/>
                  <a:pt x="1392" y="394"/>
                  <a:pt x="1392" y="430"/>
                </a:cubicBezTo>
                <a:cubicBezTo>
                  <a:pt x="1392" y="466"/>
                  <a:pt x="1362" y="496"/>
                  <a:pt x="1326" y="496"/>
                </a:cubicBezTo>
                <a:cubicBezTo>
                  <a:pt x="1290" y="496"/>
                  <a:pt x="1260" y="466"/>
                  <a:pt x="1260" y="430"/>
                </a:cubicBezTo>
                <a:close/>
                <a:moveTo>
                  <a:pt x="1260" y="795"/>
                </a:moveTo>
                <a:cubicBezTo>
                  <a:pt x="1260" y="759"/>
                  <a:pt x="1290" y="729"/>
                  <a:pt x="1326" y="729"/>
                </a:cubicBezTo>
                <a:cubicBezTo>
                  <a:pt x="1362" y="729"/>
                  <a:pt x="1392" y="759"/>
                  <a:pt x="1392" y="795"/>
                </a:cubicBezTo>
                <a:cubicBezTo>
                  <a:pt x="1392" y="831"/>
                  <a:pt x="1362" y="861"/>
                  <a:pt x="1326" y="861"/>
                </a:cubicBezTo>
                <a:cubicBezTo>
                  <a:pt x="1290" y="861"/>
                  <a:pt x="1260" y="831"/>
                  <a:pt x="1260" y="795"/>
                </a:cubicBezTo>
                <a:close/>
                <a:moveTo>
                  <a:pt x="1260" y="1160"/>
                </a:moveTo>
                <a:cubicBezTo>
                  <a:pt x="1260" y="1124"/>
                  <a:pt x="1290" y="1094"/>
                  <a:pt x="1326" y="1094"/>
                </a:cubicBezTo>
                <a:cubicBezTo>
                  <a:pt x="1362" y="1094"/>
                  <a:pt x="1392" y="1124"/>
                  <a:pt x="1392" y="1160"/>
                </a:cubicBezTo>
                <a:cubicBezTo>
                  <a:pt x="1392" y="1196"/>
                  <a:pt x="1362" y="1226"/>
                  <a:pt x="1326" y="1226"/>
                </a:cubicBezTo>
                <a:cubicBezTo>
                  <a:pt x="1290" y="1226"/>
                  <a:pt x="1260" y="1196"/>
                  <a:pt x="1260" y="116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MiSans Light" panose="00000400000000000000" pitchFamily="2" charset="-122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4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>
            <a:outerShdw>
              <a:srgbClr val="FFFFFF"/>
            </a:outerShdw>
          </a:effectLst>
          <a:uFill>
            <a:solidFill>
              <a:schemeClr val="tx1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9.xml"/><Relationship Id="rId3" Type="http://schemas.openxmlformats.org/officeDocument/2006/relationships/tags" Target="../tags/tag410.xml"/><Relationship Id="rId2" Type="http://schemas.openxmlformats.org/officeDocument/2006/relationships/tags" Target="../tags/tag409.xml"/><Relationship Id="rId1" Type="http://schemas.openxmlformats.org/officeDocument/2006/relationships/tags" Target="../tags/tag40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19.xml"/><Relationship Id="rId8" Type="http://schemas.openxmlformats.org/officeDocument/2006/relationships/tags" Target="../tags/tag418.xml"/><Relationship Id="rId7" Type="http://schemas.openxmlformats.org/officeDocument/2006/relationships/tags" Target="../tags/tag417.xml"/><Relationship Id="rId6" Type="http://schemas.openxmlformats.org/officeDocument/2006/relationships/tags" Target="../tags/tag416.xml"/><Relationship Id="rId5" Type="http://schemas.openxmlformats.org/officeDocument/2006/relationships/tags" Target="../tags/tag415.xml"/><Relationship Id="rId4" Type="http://schemas.openxmlformats.org/officeDocument/2006/relationships/tags" Target="../tags/tag414.xml"/><Relationship Id="rId3" Type="http://schemas.openxmlformats.org/officeDocument/2006/relationships/tags" Target="../tags/tag413.xml"/><Relationship Id="rId22" Type="http://schemas.openxmlformats.org/officeDocument/2006/relationships/slideLayout" Target="../slideLayouts/slideLayout30.xml"/><Relationship Id="rId21" Type="http://schemas.openxmlformats.org/officeDocument/2006/relationships/tags" Target="../tags/tag431.xml"/><Relationship Id="rId20" Type="http://schemas.openxmlformats.org/officeDocument/2006/relationships/tags" Target="../tags/tag430.xml"/><Relationship Id="rId2" Type="http://schemas.openxmlformats.org/officeDocument/2006/relationships/tags" Target="../tags/tag412.xml"/><Relationship Id="rId19" Type="http://schemas.openxmlformats.org/officeDocument/2006/relationships/tags" Target="../tags/tag429.xml"/><Relationship Id="rId18" Type="http://schemas.openxmlformats.org/officeDocument/2006/relationships/tags" Target="../tags/tag428.xml"/><Relationship Id="rId17" Type="http://schemas.openxmlformats.org/officeDocument/2006/relationships/tags" Target="../tags/tag427.xml"/><Relationship Id="rId16" Type="http://schemas.openxmlformats.org/officeDocument/2006/relationships/tags" Target="../tags/tag426.xml"/><Relationship Id="rId15" Type="http://schemas.openxmlformats.org/officeDocument/2006/relationships/tags" Target="../tags/tag425.xml"/><Relationship Id="rId14" Type="http://schemas.openxmlformats.org/officeDocument/2006/relationships/tags" Target="../tags/tag424.xml"/><Relationship Id="rId13" Type="http://schemas.openxmlformats.org/officeDocument/2006/relationships/tags" Target="../tags/tag423.xml"/><Relationship Id="rId12" Type="http://schemas.openxmlformats.org/officeDocument/2006/relationships/tags" Target="../tags/tag422.xml"/><Relationship Id="rId11" Type="http://schemas.openxmlformats.org/officeDocument/2006/relationships/tags" Target="../tags/tag421.xml"/><Relationship Id="rId10" Type="http://schemas.openxmlformats.org/officeDocument/2006/relationships/tags" Target="../tags/tag420.xml"/><Relationship Id="rId1" Type="http://schemas.openxmlformats.org/officeDocument/2006/relationships/tags" Target="../tags/tag41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434.xml"/><Relationship Id="rId2" Type="http://schemas.openxmlformats.org/officeDocument/2006/relationships/tags" Target="../tags/tag433.xml"/><Relationship Id="rId1" Type="http://schemas.openxmlformats.org/officeDocument/2006/relationships/tags" Target="../tags/tag43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42.xml"/><Relationship Id="rId8" Type="http://schemas.openxmlformats.org/officeDocument/2006/relationships/tags" Target="../tags/tag441.xml"/><Relationship Id="rId7" Type="http://schemas.openxmlformats.org/officeDocument/2006/relationships/tags" Target="../tags/tag440.xml"/><Relationship Id="rId6" Type="http://schemas.openxmlformats.org/officeDocument/2006/relationships/tags" Target="../tags/tag439.xml"/><Relationship Id="rId5" Type="http://schemas.openxmlformats.org/officeDocument/2006/relationships/tags" Target="../tags/tag438.xml"/><Relationship Id="rId4" Type="http://schemas.openxmlformats.org/officeDocument/2006/relationships/tags" Target="../tags/tag437.xml"/><Relationship Id="rId3" Type="http://schemas.openxmlformats.org/officeDocument/2006/relationships/image" Target="../media/image5.jpeg"/><Relationship Id="rId2" Type="http://schemas.openxmlformats.org/officeDocument/2006/relationships/tags" Target="../tags/tag436.xml"/><Relationship Id="rId17" Type="http://schemas.openxmlformats.org/officeDocument/2006/relationships/slideLayout" Target="../slideLayouts/slideLayout27.xml"/><Relationship Id="rId16" Type="http://schemas.openxmlformats.org/officeDocument/2006/relationships/tags" Target="../tags/tag449.xml"/><Relationship Id="rId15" Type="http://schemas.openxmlformats.org/officeDocument/2006/relationships/tags" Target="../tags/tag448.xml"/><Relationship Id="rId14" Type="http://schemas.openxmlformats.org/officeDocument/2006/relationships/tags" Target="../tags/tag447.xml"/><Relationship Id="rId13" Type="http://schemas.openxmlformats.org/officeDocument/2006/relationships/tags" Target="../tags/tag446.xml"/><Relationship Id="rId12" Type="http://schemas.openxmlformats.org/officeDocument/2006/relationships/tags" Target="../tags/tag445.xml"/><Relationship Id="rId11" Type="http://schemas.openxmlformats.org/officeDocument/2006/relationships/tags" Target="../tags/tag444.xml"/><Relationship Id="rId10" Type="http://schemas.openxmlformats.org/officeDocument/2006/relationships/tags" Target="../tags/tag443.xml"/><Relationship Id="rId1" Type="http://schemas.openxmlformats.org/officeDocument/2006/relationships/tags" Target="../tags/tag43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452.xml"/><Relationship Id="rId2" Type="http://schemas.openxmlformats.org/officeDocument/2006/relationships/tags" Target="../tags/tag451.xml"/><Relationship Id="rId1" Type="http://schemas.openxmlformats.org/officeDocument/2006/relationships/tags" Target="../tags/tag45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tags" Target="../tags/tag459.xml"/><Relationship Id="rId7" Type="http://schemas.openxmlformats.org/officeDocument/2006/relationships/image" Target="../media/image6.png"/><Relationship Id="rId6" Type="http://schemas.openxmlformats.org/officeDocument/2006/relationships/tags" Target="../tags/tag458.xml"/><Relationship Id="rId5" Type="http://schemas.openxmlformats.org/officeDocument/2006/relationships/tags" Target="../tags/tag457.xml"/><Relationship Id="rId4" Type="http://schemas.openxmlformats.org/officeDocument/2006/relationships/tags" Target="../tags/tag456.xml"/><Relationship Id="rId3" Type="http://schemas.openxmlformats.org/officeDocument/2006/relationships/tags" Target="../tags/tag455.xml"/><Relationship Id="rId2" Type="http://schemas.openxmlformats.org/officeDocument/2006/relationships/tags" Target="../tags/tag454.xml"/><Relationship Id="rId1" Type="http://schemas.openxmlformats.org/officeDocument/2006/relationships/tags" Target="../tags/tag453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5.xml"/><Relationship Id="rId4" Type="http://schemas.openxmlformats.org/officeDocument/2006/relationships/tags" Target="../tags/tag461.xml"/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tags" Target="../tags/tag46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464.xml"/><Relationship Id="rId2" Type="http://schemas.openxmlformats.org/officeDocument/2006/relationships/tags" Target="../tags/tag463.xml"/><Relationship Id="rId1" Type="http://schemas.openxmlformats.org/officeDocument/2006/relationships/tags" Target="../tags/tag46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73.xml"/><Relationship Id="rId8" Type="http://schemas.openxmlformats.org/officeDocument/2006/relationships/tags" Target="../tags/tag472.xml"/><Relationship Id="rId7" Type="http://schemas.openxmlformats.org/officeDocument/2006/relationships/tags" Target="../tags/tag471.xml"/><Relationship Id="rId6" Type="http://schemas.openxmlformats.org/officeDocument/2006/relationships/tags" Target="../tags/tag470.xml"/><Relationship Id="rId5" Type="http://schemas.openxmlformats.org/officeDocument/2006/relationships/tags" Target="../tags/tag469.xml"/><Relationship Id="rId4" Type="http://schemas.openxmlformats.org/officeDocument/2006/relationships/tags" Target="../tags/tag468.xml"/><Relationship Id="rId3" Type="http://schemas.openxmlformats.org/officeDocument/2006/relationships/tags" Target="../tags/tag467.xml"/><Relationship Id="rId2" Type="http://schemas.openxmlformats.org/officeDocument/2006/relationships/tags" Target="../tags/tag466.xml"/><Relationship Id="rId13" Type="http://schemas.openxmlformats.org/officeDocument/2006/relationships/slideLayout" Target="../slideLayouts/slideLayout23.xml"/><Relationship Id="rId12" Type="http://schemas.openxmlformats.org/officeDocument/2006/relationships/tags" Target="../tags/tag475.xml"/><Relationship Id="rId11" Type="http://schemas.openxmlformats.org/officeDocument/2006/relationships/image" Target="../media/image8.png"/><Relationship Id="rId10" Type="http://schemas.openxmlformats.org/officeDocument/2006/relationships/tags" Target="../tags/tag474.xml"/><Relationship Id="rId1" Type="http://schemas.openxmlformats.org/officeDocument/2006/relationships/tags" Target="../tags/tag46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" Type="http://schemas.openxmlformats.org/officeDocument/2006/relationships/tags" Target="../tags/tag47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86.xml"/><Relationship Id="rId8" Type="http://schemas.openxmlformats.org/officeDocument/2006/relationships/image" Target="../media/image9.png"/><Relationship Id="rId7" Type="http://schemas.openxmlformats.org/officeDocument/2006/relationships/tags" Target="../tags/tag485.xml"/><Relationship Id="rId6" Type="http://schemas.openxmlformats.org/officeDocument/2006/relationships/tags" Target="../tags/tag484.xml"/><Relationship Id="rId5" Type="http://schemas.openxmlformats.org/officeDocument/2006/relationships/tags" Target="../tags/tag483.xml"/><Relationship Id="rId4" Type="http://schemas.openxmlformats.org/officeDocument/2006/relationships/tags" Target="../tags/tag482.xml"/><Relationship Id="rId3" Type="http://schemas.openxmlformats.org/officeDocument/2006/relationships/tags" Target="../tags/tag481.xml"/><Relationship Id="rId2" Type="http://schemas.openxmlformats.org/officeDocument/2006/relationships/tags" Target="../tags/tag480.xml"/><Relationship Id="rId10" Type="http://schemas.openxmlformats.org/officeDocument/2006/relationships/slideLayout" Target="../slideLayouts/slideLayout20.xml"/><Relationship Id="rId1" Type="http://schemas.openxmlformats.org/officeDocument/2006/relationships/tags" Target="../tags/tag47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489.xml"/><Relationship Id="rId3" Type="http://schemas.openxmlformats.org/officeDocument/2006/relationships/tags" Target="../tags/tag488.xml"/><Relationship Id="rId2" Type="http://schemas.openxmlformats.org/officeDocument/2006/relationships/image" Target="../media/image10.png"/><Relationship Id="rId1" Type="http://schemas.openxmlformats.org/officeDocument/2006/relationships/tags" Target="../tags/tag48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492.xml"/><Relationship Id="rId2" Type="http://schemas.openxmlformats.org/officeDocument/2006/relationships/tags" Target="../tags/tag491.xml"/><Relationship Id="rId1" Type="http://schemas.openxmlformats.org/officeDocument/2006/relationships/tags" Target="../tags/tag49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498.xml"/><Relationship Id="rId6" Type="http://schemas.openxmlformats.org/officeDocument/2006/relationships/image" Target="../media/image11.png"/><Relationship Id="rId5" Type="http://schemas.openxmlformats.org/officeDocument/2006/relationships/tags" Target="../tags/tag497.xml"/><Relationship Id="rId4" Type="http://schemas.openxmlformats.org/officeDocument/2006/relationships/tags" Target="../tags/tag496.xml"/><Relationship Id="rId3" Type="http://schemas.openxmlformats.org/officeDocument/2006/relationships/tags" Target="../tags/tag495.xml"/><Relationship Id="rId2" Type="http://schemas.openxmlformats.org/officeDocument/2006/relationships/tags" Target="../tags/tag494.xml"/><Relationship Id="rId1" Type="http://schemas.openxmlformats.org/officeDocument/2006/relationships/tags" Target="../tags/tag49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506.xml"/><Relationship Id="rId8" Type="http://schemas.openxmlformats.org/officeDocument/2006/relationships/image" Target="../media/image12.png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" Type="http://schemas.openxmlformats.org/officeDocument/2006/relationships/tags" Target="../tags/tag500.xml"/><Relationship Id="rId10" Type="http://schemas.openxmlformats.org/officeDocument/2006/relationships/slideLayout" Target="../slideLayouts/slideLayout16.xml"/><Relationship Id="rId1" Type="http://schemas.openxmlformats.org/officeDocument/2006/relationships/tags" Target="../tags/tag49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509.xml"/><Relationship Id="rId2" Type="http://schemas.openxmlformats.org/officeDocument/2006/relationships/tags" Target="../tags/tag508.xml"/><Relationship Id="rId1" Type="http://schemas.openxmlformats.org/officeDocument/2006/relationships/tags" Target="../tags/tag507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tags" Target="../tags/tag512.xml"/><Relationship Id="rId5" Type="http://schemas.openxmlformats.org/officeDocument/2006/relationships/image" Target="../media/image13.png"/><Relationship Id="rId4" Type="http://schemas.openxmlformats.org/officeDocument/2006/relationships/tags" Target="../tags/tag511.xml"/><Relationship Id="rId3" Type="http://schemas.microsoft.com/office/2007/relationships/media" Target="file:///C:/Users/Andy/Desktop/&#25945;&#24072;/zhengjingxuexipingtai.improve/PPT/&#39033;&#30446;&#23637;&#31034;1.mp4" TargetMode="External"/><Relationship Id="rId2" Type="http://schemas.openxmlformats.org/officeDocument/2006/relationships/video" Target="file:///C:/Users/Andy/Desktop/&#25945;&#24072;/zhengjingxuexipingtai.improve/PPT/&#39033;&#30446;&#23637;&#31034;1.mp4" TargetMode="External"/><Relationship Id="rId1" Type="http://schemas.openxmlformats.org/officeDocument/2006/relationships/tags" Target="../tags/tag510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515.xml"/><Relationship Id="rId2" Type="http://schemas.openxmlformats.org/officeDocument/2006/relationships/tags" Target="../tags/tag514.xml"/><Relationship Id="rId1" Type="http://schemas.openxmlformats.org/officeDocument/2006/relationships/tags" Target="../tags/tag5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188577" y="1669447"/>
            <a:ext cx="7264837" cy="974483"/>
          </a:xfrm>
        </p:spPr>
        <p:txBody>
          <a:bodyPr>
            <a:noAutofit/>
          </a:bodyPr>
          <a:p>
            <a:r>
              <a:rPr lang="en-US" altLang="zh-CN"/>
              <a:t>AI </a:t>
            </a:r>
            <a:r>
              <a:rPr lang="zh-CN" altLang="en-US"/>
              <a:t>学习平台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7"/>
            <p:custDataLst>
              <p:tags r:id="rId2"/>
            </p:custDataLst>
          </p:nvPr>
        </p:nvSpPr>
        <p:spPr>
          <a:xfrm>
            <a:off x="1016000" y="4408170"/>
            <a:ext cx="3033958" cy="533400"/>
          </a:xfrm>
        </p:spPr>
        <p:txBody>
          <a:bodyPr>
            <a:normAutofit fontScale="90000" lnSpcReduction="20000"/>
          </a:bodyPr>
          <a:p>
            <a:r>
              <a:rPr lang="zh-CN" altLang="en-US"/>
              <a:t>项目</a:t>
            </a:r>
            <a:r>
              <a:rPr lang="zh-CN" altLang="en-US">
                <a:cs typeface="Arial" panose="020B0604020202020204" pitchFamily="34" charset="0"/>
              </a:rPr>
              <a:t>团队：瞿家琪、秦文超        张宇杰、张津豪</a:t>
            </a:r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3297913" y="2767144"/>
            <a:ext cx="5596223" cy="55408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3200">
                <a:solidFill>
                  <a:schemeClr val="bg1"/>
                </a:solidFill>
              </a:rPr>
              <a:t>——重塑你的学习体验</a:t>
            </a:r>
            <a:endParaRPr lang="zh-CN" altLang="en-US" sz="3200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项目概述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400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AI教师教学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40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课堂提问</a:t>
            </a:r>
            <a:r>
              <a:rPr lang="zh-CN" altLang="en-US"/>
              <a:t>互动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2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课程总结与课后作业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  <p:sp>
        <p:nvSpPr>
          <p:cNvPr id="17" name="装饰  5"/>
          <p:cNvSpPr>
            <a:spLocks noGrp="1"/>
          </p:cNvSpPr>
          <p:nvPr>
            <p:ph type="body" idx="16403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课后作业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8"/>
            <p:custDataLst>
              <p:tags r:id="rId18"/>
            </p:custDataLst>
          </p:nvPr>
        </p:nvSpPr>
        <p:spPr/>
        <p:txBody>
          <a:bodyPr/>
          <a:p>
            <a:r>
              <a:rPr lang="zh-CN" altLang="en-US"/>
              <a:t>06</a:t>
            </a:r>
            <a:endParaRPr lang="zh-CN" altLang="en-US"/>
          </a:p>
        </p:txBody>
      </p:sp>
      <p:sp>
        <p:nvSpPr>
          <p:cNvPr id="20" name="装饰  8"/>
          <p:cNvSpPr>
            <a:spLocks noGrp="1"/>
          </p:cNvSpPr>
          <p:nvPr>
            <p:ph type="body" idx="16404"/>
            <p:custDataLst>
              <p:tags r:id="rId1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7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项目展示</a:t>
            </a:r>
            <a:endParaRPr lang="zh-CN" altLang="en-US"/>
          </a:p>
        </p:txBody>
      </p:sp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项目概述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学习平台功能概览</a:t>
            </a:r>
            <a:endParaRPr lang="zh-CN" altLang="en-US"/>
          </a:p>
        </p:txBody>
      </p:sp>
      <p:pic>
        <p:nvPicPr>
          <p:cNvPr id="3" name="内容占位符 2" descr="e30fdb93-b3ce-11f0-a8a7-a2cd6d995cf8"/>
          <p:cNvPicPr>
            <a:picLocks noChangeAspect="1"/>
          </p:cNvPicPr>
          <p:nvPr>
            <p:ph idx="16394"/>
            <p:custDataLst>
              <p:tags r:id="rId2"/>
            </p:custDataLst>
          </p:nvPr>
        </p:nvPicPr>
        <p:blipFill>
          <a:blip r:embed="rId3"/>
          <a:srcRect l="28378"/>
          <a:stretch>
            <a:fillRect/>
          </a:stretch>
        </p:blipFill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神经</a:t>
            </a:r>
            <a:r>
              <a:rPr lang="zh-CN" altLang="en-US">
                <a:cs typeface="Arial" panose="020B0604020202020204" pitchFamily="34" charset="0"/>
              </a:rPr>
              <a:t>网络课程学习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5410156" y="2336812"/>
            <a:ext cx="2781300" cy="1219200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</a:rPr>
              <a:t>AI</a:t>
            </a:r>
            <a:r>
              <a:rPr lang="zh-CN" altLang="en-US">
                <a:solidFill>
                  <a:schemeClr val="tx1"/>
                </a:solidFill>
                <a:cs typeface="Arial" panose="020B0604020202020204" pitchFamily="34" charset="0"/>
              </a:rPr>
              <a:t>学习平台对神经网络内容以文字视频以及讲解的形式，将知识传授给学生。</a:t>
            </a:r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课堂</a:t>
            </a:r>
            <a:r>
              <a:rPr lang="zh-CN" altLang="en-US">
                <a:cs typeface="Arial" panose="020B0604020202020204" pitchFamily="34" charset="0"/>
              </a:rPr>
              <a:t>互动提问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在学习中间穿插提问环节，对学生的回答进行记录评价，用于生成学习报告。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进度跟踪与反馈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AI学习平台能够跟踪学生的学习进度，并提供详细的学习报告和得分程度。</a:t>
            </a:r>
            <a:endParaRPr lang="zh-CN" altLang="en-US"/>
          </a:p>
        </p:txBody>
      </p:sp>
      <p:sp>
        <p:nvSpPr>
          <p:cNvPr id="13" name="装饰  1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课后作业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在学生</a:t>
            </a:r>
            <a:r>
              <a:rPr lang="zh-CN" altLang="en-US">
                <a:solidFill>
                  <a:schemeClr val="tx1"/>
                </a:solidFill>
                <a:cs typeface="Arial" panose="020B0604020202020204" pitchFamily="34" charset="0"/>
              </a:rPr>
              <a:t>学习完一单元后布置一道课后作业让学生练习填写，</a:t>
            </a:r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AI</a:t>
            </a:r>
            <a:r>
              <a:rPr lang="zh-CN" altLang="en-US">
                <a:solidFill>
                  <a:schemeClr val="tx1"/>
                </a:solidFill>
                <a:cs typeface="Arial" panose="020B0604020202020204" pitchFamily="34" charset="0"/>
              </a:rPr>
              <a:t>教师批改并评分。</a:t>
            </a:r>
            <a:endParaRPr lang="zh-CN" altLang="en-US">
              <a:cs typeface="Arial" panose="020B0604020202020204" pitchFamily="34" charset="0"/>
            </a:endParaRPr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AI教师教学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506095" y="207645"/>
            <a:ext cx="10972800" cy="609600"/>
          </a:xfrm>
        </p:spPr>
        <p:txBody>
          <a:bodyPr/>
          <a:p>
            <a:r>
              <a:rPr lang="en-US" altLang="zh-CN"/>
              <a:t>AI</a:t>
            </a:r>
            <a:r>
              <a:rPr lang="zh-CN" altLang="en-US"/>
              <a:t>教师</a:t>
            </a:r>
            <a:r>
              <a:rPr lang="zh-CN" altLang="en-US"/>
              <a:t>功能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>
          <a:xfrm>
            <a:off x="8128000" y="1313180"/>
            <a:ext cx="3454400" cy="238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互动式学习体验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即时反馈与评估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AI教师能够即时评估学生的学习成果，生成课程</a:t>
            </a:r>
            <a:r>
              <a:rPr lang="zh-CN" altLang="en-US"/>
              <a:t>报告。</a:t>
            </a:r>
            <a:endParaRPr lang="zh-CN" altLang="en-US"/>
          </a:p>
        </p:txBody>
      </p:sp>
      <p:pic>
        <p:nvPicPr>
          <p:cNvPr id="16" name="图片 15" descr="屏幕截图 2025-10-28 1545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800" y="938530"/>
            <a:ext cx="7160895" cy="553656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8432800" y="1432560"/>
            <a:ext cx="2595880" cy="456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教师讲课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545195" y="1965325"/>
            <a:ext cx="27330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左下角为教师形象，开始学习之后</a:t>
            </a:r>
            <a:r>
              <a:rPr lang="en-US" altLang="zh-CN" sz="1600"/>
              <a:t>AI</a:t>
            </a:r>
            <a:r>
              <a:rPr lang="zh-CN" altLang="en-US" sz="1600"/>
              <a:t>教师会开始朗读文本，为学生对神经网络内容进行讲解，中间穿插视频介绍和课堂互动。若有疑问也可以在左侧向教师</a:t>
            </a:r>
            <a:r>
              <a:rPr lang="zh-CN" altLang="en-US" sz="1600"/>
              <a:t>提问。</a:t>
            </a:r>
            <a:endParaRPr lang="zh-CN" altLang="en-US" sz="1600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370840"/>
            <a:ext cx="10972800" cy="609600"/>
          </a:xfrm>
        </p:spPr>
        <p:txBody>
          <a:bodyPr/>
          <a:p>
            <a:r>
              <a:rPr lang="zh-CN" altLang="en-US"/>
              <a:t>课程内容</a:t>
            </a:r>
            <a:r>
              <a:rPr lang="zh-CN" altLang="en-US"/>
              <a:t>安排</a:t>
            </a:r>
            <a:endParaRPr lang="zh-CN" altLang="en-US"/>
          </a:p>
        </p:txBody>
      </p:sp>
      <p:pic>
        <p:nvPicPr>
          <p:cNvPr id="21" name="图片 20" descr="屏幕截图 2025-10-28 1601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25" y="1069340"/>
            <a:ext cx="5443855" cy="5006975"/>
          </a:xfrm>
          <a:prstGeom prst="rect">
            <a:avLst/>
          </a:prstGeom>
        </p:spPr>
      </p:pic>
      <p:pic>
        <p:nvPicPr>
          <p:cNvPr id="22" name="图片 21" descr="屏幕截图 2025-10-28 1545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0" y="1143000"/>
            <a:ext cx="5292725" cy="49326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课堂</a:t>
            </a:r>
            <a:r>
              <a:rPr lang="zh-CN" altLang="en-US"/>
              <a:t>提问互动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357505" y="170815"/>
            <a:ext cx="4876800" cy="1219200"/>
          </a:xfrm>
        </p:spPr>
        <p:txBody>
          <a:bodyPr/>
          <a:p>
            <a:r>
              <a:rPr lang="zh-CN" altLang="en-US"/>
              <a:t>提问形式与</a:t>
            </a:r>
            <a:r>
              <a:rPr lang="zh-CN" altLang="en-US"/>
              <a:t>回答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提问</a:t>
            </a:r>
            <a:r>
              <a:rPr lang="zh-CN" altLang="en-US"/>
              <a:t>形式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762000" y="2794000"/>
            <a:ext cx="3526790" cy="609600"/>
          </a:xfrm>
        </p:spPr>
        <p:txBody>
          <a:bodyPr/>
          <a:p>
            <a:r>
              <a:rPr lang="zh-CN" altLang="en-US"/>
              <a:t>在学习内容中插入问题，让学生在进行下一步学习之前对学习内容展开</a:t>
            </a:r>
            <a:r>
              <a:rPr lang="zh-CN" altLang="en-US"/>
              <a:t>思考。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762000" y="3708400"/>
            <a:ext cx="4724400" cy="406400"/>
          </a:xfrm>
        </p:spPr>
        <p:txBody>
          <a:bodyPr/>
          <a:p>
            <a:r>
              <a:rPr lang="zh-CN" altLang="en-US"/>
              <a:t>回答方式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762000" y="4216400"/>
            <a:ext cx="3527425" cy="628015"/>
          </a:xfrm>
        </p:spPr>
        <p:txBody>
          <a:bodyPr>
            <a:normAutofit fontScale="90000"/>
          </a:bodyPr>
          <a:p>
            <a:r>
              <a:rPr lang="zh-CN" altLang="en-US"/>
              <a:t>以选择题的方式进行作答，既可以给学生带来思路上的引领，还可以方便学生</a:t>
            </a:r>
            <a:r>
              <a:rPr lang="zh-CN" altLang="en-US"/>
              <a:t>作答。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>
          <a:xfrm>
            <a:off x="762000" y="5130800"/>
            <a:ext cx="3528060" cy="406400"/>
          </a:xfrm>
        </p:spPr>
        <p:txBody>
          <a:bodyPr/>
          <a:p>
            <a:r>
              <a:rPr lang="zh-CN" altLang="en-US"/>
              <a:t>评价</a:t>
            </a:r>
            <a:r>
              <a:rPr lang="zh-CN" altLang="en-US"/>
              <a:t>机制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>
          <a:xfrm>
            <a:off x="762000" y="5638800"/>
            <a:ext cx="3527425" cy="609600"/>
          </a:xfrm>
        </p:spPr>
        <p:txBody>
          <a:bodyPr>
            <a:normAutofit lnSpcReduction="10000"/>
          </a:bodyPr>
          <a:p>
            <a:r>
              <a:rPr lang="zh-CN" altLang="en-US"/>
              <a:t>设置学生反馈系统，根据学生做题情况和反馈，对学生的学习情况进行</a:t>
            </a:r>
            <a:r>
              <a:rPr lang="zh-CN" altLang="en-US"/>
              <a:t>总结。</a:t>
            </a:r>
            <a:endParaRPr lang="zh-CN" altLang="en-US"/>
          </a:p>
        </p:txBody>
      </p:sp>
      <p:pic>
        <p:nvPicPr>
          <p:cNvPr id="13" name="图片 12" descr="屏幕截图 2025-10-28 1554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8155" y="804545"/>
            <a:ext cx="7849870" cy="576008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课程总结与</a:t>
            </a:r>
            <a:r>
              <a:rPr lang="zh-CN" altLang="en-US"/>
              <a:t>学习报告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476250" y="377825"/>
            <a:ext cx="10972800" cy="609600"/>
          </a:xfrm>
        </p:spPr>
        <p:txBody>
          <a:bodyPr/>
          <a:p>
            <a:r>
              <a:rPr lang="zh-CN" altLang="en-US"/>
              <a:t>课程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学习进度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6553200" y="2082800"/>
            <a:ext cx="5029200" cy="609600"/>
          </a:xfrm>
        </p:spPr>
        <p:txBody>
          <a:bodyPr/>
          <a:p>
            <a:r>
              <a:rPr lang="zh-CN" altLang="en-US"/>
              <a:t>展示本课程的学习进度，提醒学生及时</a:t>
            </a:r>
            <a:r>
              <a:rPr lang="zh-CN" altLang="en-US"/>
              <a:t>补漏。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课堂互动</a:t>
            </a:r>
            <a:r>
              <a:rPr lang="zh-CN" altLang="en-US"/>
              <a:t>打分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对课堂中的提问进行打分。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提问</a:t>
            </a:r>
            <a:r>
              <a:rPr lang="zh-CN" altLang="en-US"/>
              <a:t>解析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提供提问的正确答案与</a:t>
            </a:r>
            <a:r>
              <a:rPr lang="zh-CN" altLang="en-US"/>
              <a:t>解析。</a:t>
            </a:r>
            <a:endParaRPr lang="zh-CN" altLang="en-US"/>
          </a:p>
        </p:txBody>
      </p:sp>
      <p:pic>
        <p:nvPicPr>
          <p:cNvPr id="10" name="图片 9" descr="屏幕截图 2025-10-28 1607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925" y="1143000"/>
            <a:ext cx="5767705" cy="514794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483870" y="431800"/>
            <a:ext cx="10972800" cy="609600"/>
          </a:xfrm>
        </p:spPr>
        <p:txBody>
          <a:bodyPr/>
          <a:p>
            <a:r>
              <a:rPr lang="zh-CN" altLang="en-US"/>
              <a:t>学习报告</a:t>
            </a:r>
            <a:endParaRPr lang="zh-CN" altLang="en-US"/>
          </a:p>
        </p:txBody>
      </p:sp>
      <p:pic>
        <p:nvPicPr>
          <p:cNvPr id="22" name="图片 21" descr="屏幕截图 2025-10-28 1613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1137920"/>
            <a:ext cx="9735820" cy="5229860"/>
          </a:xfrm>
          <a:prstGeom prst="rect">
            <a:avLst/>
          </a:prstGeom>
        </p:spPr>
      </p:pic>
      <p:sp>
        <p:nvSpPr>
          <p:cNvPr id="24" name="文本占位符 23"/>
          <p:cNvSpPr/>
          <p:nvPr>
            <p:ph type="body" idx="16390"/>
            <p:custDataLst>
              <p:tags r:id="rId3"/>
            </p:custDataLst>
          </p:nvPr>
        </p:nvSpPr>
        <p:spPr>
          <a:xfrm>
            <a:off x="2260600" y="635000"/>
            <a:ext cx="5388610" cy="406400"/>
          </a:xfrm>
        </p:spPr>
        <p:txBody>
          <a:bodyPr>
            <a:noAutofit/>
          </a:bodyPr>
          <a:p>
            <a:r>
              <a:rPr lang="en-US" altLang="zh-CN" sz="2300"/>
              <a:t>——</a:t>
            </a:r>
            <a:r>
              <a:rPr lang="zh-CN" altLang="en-US" sz="2300"/>
              <a:t>对所有课程的学习情况进行总结</a:t>
            </a:r>
            <a:endParaRPr lang="zh-CN" altLang="en-US" sz="230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课后作业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469265" y="348615"/>
            <a:ext cx="10972800" cy="609600"/>
          </a:xfrm>
        </p:spPr>
        <p:txBody>
          <a:bodyPr/>
          <a:p>
            <a:r>
              <a:rPr lang="zh-CN" altLang="en-US"/>
              <a:t>课后作业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任务完成度评分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根据用户完成指定任务的程度，系统自动计算得分，确保评分的公正性。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学习进步评分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通过对比用户前后学习成果，系统评估学习进步，给予相应的分数奖励。</a:t>
            </a:r>
            <a:endParaRPr lang="zh-CN" altLang="en-US"/>
          </a:p>
        </p:txBody>
      </p:sp>
      <p:pic>
        <p:nvPicPr>
          <p:cNvPr id="15" name="图片 14" descr="屏幕截图 2025-10-28 1630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475" y="1031875"/>
            <a:ext cx="10018395" cy="537718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497205" y="422910"/>
            <a:ext cx="10972800" cy="609600"/>
          </a:xfrm>
        </p:spPr>
        <p:txBody>
          <a:bodyPr/>
          <a:p>
            <a:r>
              <a:rPr lang="zh-CN" altLang="en-US"/>
              <a:t>课后作业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个性化学习报告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根据学生的学习数据生成个性化报告，提供针对性的学习建议和改进方向。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实时进度追踪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通过AI学习助手实时追踪学习进度，帮助学生和教师了解掌握情况。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智能反馈机制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AI学习助手根据学生的答题情况，提供即时反馈和错误分析，助力学习效率提升。</a:t>
            </a:r>
            <a:endParaRPr lang="zh-CN" altLang="en-US"/>
          </a:p>
        </p:txBody>
      </p:sp>
      <p:pic>
        <p:nvPicPr>
          <p:cNvPr id="15" name="图片 14" descr="屏幕截图 2025-10-28 1631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65" y="1032510"/>
            <a:ext cx="10632440" cy="545020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项目展示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06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558165" y="207010"/>
            <a:ext cx="10972800" cy="609600"/>
          </a:xfrm>
        </p:spPr>
        <p:txBody>
          <a:bodyPr/>
          <a:p>
            <a:r>
              <a:rPr lang="zh-CN" altLang="en-US"/>
              <a:t>视频</a:t>
            </a:r>
            <a:r>
              <a:rPr lang="zh-CN" altLang="en-US"/>
              <a:t>展示</a:t>
            </a:r>
            <a:endParaRPr lang="zh-CN" altLang="en-US"/>
          </a:p>
        </p:txBody>
      </p:sp>
      <p:pic>
        <p:nvPicPr>
          <p:cNvPr id="4" name="项目展示1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07770" y="869950"/>
            <a:ext cx="10072370" cy="521525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9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2"/>
  <p:tag name="KSO_WM_UNIT_ID" val="_11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4"/>
  <p:tag name="KSO_WM_UNIT_ID" val="_11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2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2df125973510e1f60e96e6661379dcd91c26d53"/>
  <p:tag name="KSO_WM_NEWLAYOUT_ID" val="7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6afe214b66e3d61f43369b841fdd988ed262c74"/>
  <p:tag name="KSO_WM_NEWLAYOUT_GROUP_ID" val="layout_59"/>
  <p:tag name="KSO_WM_NEWLAYOUT_ID" val="slide_20c1f52a92422207"/>
</p:tagLst>
</file>

<file path=ppt/tags/tag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d5e5965102b779a5f1c30e207f261897c8ccc8f"/>
  <p:tag name="KSO_WM_NEWLAYOUT_GROUP_ID" val="layout_42"/>
  <p:tag name="KSO_WM_NEWLAYOUT_ID" val="slide_91d35521429d196c"/>
</p:tagLst>
</file>

<file path=ppt/tags/tag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397527fe3e047aef73261a47c6daa6e4eb26c00"/>
  <p:tag name="KSO_WM_NEWLAYOUT_GROUP_ID" val="layout_38"/>
  <p:tag name="KSO_WM_NEWLAYOUT_ID" val="slide_f7b9aa46f714e91f"/>
</p:tagLst>
</file>

<file path=ppt/tags/tag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64297b80ab7ba2dcf291c1595ca31928fe37da3"/>
  <p:tag name="KSO_WM_NEWLAYOUT_GROUP_ID" val="layout_51"/>
  <p:tag name="KSO_WM_NEWLAYOUT_ID" val="slide_a7e39da085e081a1"/>
</p:tagLst>
</file>

<file path=ppt/tags/tag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51a6adee4acbfe7aa92c5fcd612a4aca4be95d"/>
  <p:tag name="KSO_WM_NEWLAYOUT_GROUP_ID" val="layout_57"/>
  <p:tag name="KSO_WM_NEWLAYOUT_ID" val="slide_26021527a696b8ba"/>
</p:tagLst>
</file>

<file path=ppt/tags/tag7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d512d69fb9b1f0fa5dd44a97b3bbe9c27e7e4aa"/>
  <p:tag name="KSO_WM_NEWLAYOUT_GROUP_ID" val="layout_2"/>
  <p:tag name="KSO_WM_NEWLAYOUT_ID" val="slide_d665d6f003d2fe82"/>
</p:tagLst>
</file>

<file path=ppt/tags/tag8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600cbab05658009b7a300696a9e9281cb7a830a"/>
  <p:tag name="KSO_WM_NEWLAYOUT_GROUP_ID" val="layout_32"/>
  <p:tag name="KSO_WM_NEWLAYOUT_ID" val="slide_ee318beb7ae1e4ff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07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0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11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12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1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17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90982842a5de4af0a150455dcba23c6ba62c70f"/>
  <p:tag name="KSO_WM_NEWLAYOUT_GROUP_ID" val="layout_39"/>
  <p:tag name="KSO_WM_NEWLAYOUT_ID" val="slide_865fe7baa74391ac"/>
</p:tagLst>
</file>

<file path=ppt/tags/tag1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25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29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33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34d638686d8865a3efffce28ed5d362400ca781"/>
  <p:tag name="KSO_WM_NEWLAYOUT_GROUP_ID" val="layout_10012"/>
  <p:tag name="KSO_WM_NEWLAYOUT_ID" val="slide_1b601487e8903dfa"/>
</p:tagLst>
</file>

<file path=ppt/tags/tag1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628c6b46c11caeef2f52545a3acb7a7a8f88fde"/>
  <p:tag name="KSO_WM_NEWLAYOUT_GROUP_ID" val="layout_31"/>
  <p:tag name="KSO_WM_NEWLAYOUT_ID" val="slide_ea14bcc1890a96c2"/>
</p:tagLst>
</file>

<file path=ppt/tags/tag15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b1fd57d80ad725fb2fd03adcb6bd1a5dbd1fa49"/>
  <p:tag name="KSO_WM_NEWLAYOUT_GROUP_ID" val="layout_3"/>
  <p:tag name="KSO_WM_NEWLAYOUT_ID" val="slide_d7ef104844e7994a"/>
</p:tagLst>
</file>

<file path=ppt/tags/tag16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68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2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76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15b8438d11040b1d59036992b72647e4f336ea9"/>
  <p:tag name="KSO_WM_NEWLAYOUT_GROUP_ID" val="layout_6"/>
  <p:tag name="KSO_WM_NEWLAYOUT_ID" val="slide_a8556cd901320e4b"/>
</p:tagLst>
</file>

<file path=ppt/tags/tag1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8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59ca036d4674a2acb725d07bd4d70823466387"/>
  <p:tag name="KSO_WM_NEWLAYOUT_GROUP_ID" val="layout_48"/>
  <p:tag name="KSO_WM_NEWLAYOUT_ID" val="slide_27cc099696412825"/>
</p:tagLst>
</file>

<file path=ppt/tags/tag19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0eb99b6f0696b360413b62b3af981a3a0edd824"/>
  <p:tag name="KSO_WM_NEWLAYOUT_GROUP_ID" val="layout_26"/>
  <p:tag name="KSO_WM_NEWLAYOUT_ID" val="slide_e3c93414deaf5687"/>
</p:tagLst>
</file>

<file path=ppt/tags/tag2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9925783d0050d2d3aed0326034b629e10ea83e9"/>
  <p:tag name="KSO_WM_NEWLAYOUT_GROUP_ID" val="layout_53"/>
  <p:tag name="KSO_WM_NEWLAYOUT_ID" val="slide_a51f9d830a889bd4"/>
</p:tagLst>
</file>

<file path=ppt/tags/tag22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e219b06e88d783093c0cb3a78391284431b195d"/>
  <p:tag name="KSO_WM_NEWLAYOUT_GROUP_ID" val="layout_30"/>
  <p:tag name="KSO_WM_NEWLAYOUT_ID" val="slide_b20026bcd68884eb"/>
</p:tagLst>
</file>

<file path=ppt/tags/tag2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4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dea5a714fc733e7104c8f86f5f16deb8df9736a"/>
  <p:tag name="KSO_WM_NEWLAYOUT_GROUP_ID" val="layout_34"/>
  <p:tag name="KSO_WM_NEWLAYOUT_ID" val="slide_a31d5fa52b571dd3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2"/>
  <p:tag name="KSO_WM_UNIT_ID" val="_10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7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7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4"/>
  <p:tag name="KSO_WM_UNIT_ID" val="_10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7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3285738de51033a679db30f555c5ec0374664c7"/>
  <p:tag name="KSO_WM_NEWLAYOUT_ID" val="6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7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7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2"/>
  <p:tag name="KSO_WM_UNIT_ID" val="_1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8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8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8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b6ab932160b79f9259728c7a356af56e1bc4859"/>
  <p:tag name="KSO_WM_NEWLAYOUT_GROUP_ID" val="layout_1-5"/>
  <p:tag name="KSO_WM_NEWLAYOUT_ID" val="slide_ba60fb0293b23fda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8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9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9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9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30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30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81071"/>
  <p:tag name="KSO_WM_TEMPLATE_CATEGORY" val="custom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1071"/>
  <p:tag name="KSO_WM_TEMPLATE_CATEGORY" val="custom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31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1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1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1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1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1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1071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1071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1071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1071"/>
</p:tagLst>
</file>

<file path=ppt/tags/tag321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22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2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2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2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26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27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28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29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30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3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3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3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34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3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3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3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38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3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4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4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42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4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4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4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4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4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4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49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50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5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2"/>
  <p:tag name="KSO_WM_UNIT_ID" val="_9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5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5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4"/>
  <p:tag name="KSO_WM_UNIT_ID" val="_9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5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2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55.xml><?xml version="1.0" encoding="utf-8"?>
<p:tagLst xmlns:p="http://schemas.openxmlformats.org/presentationml/2006/main">
  <p:tag name="LayoutZOrder" val="20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56.xml><?xml version="1.0" encoding="utf-8"?>
<p:tagLst xmlns:p="http://schemas.openxmlformats.org/presentationml/2006/main">
  <p:tag name="LayoutZOrder" val="21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57.xml><?xml version="1.0" encoding="utf-8"?>
<p:tagLst xmlns:p="http://schemas.openxmlformats.org/presentationml/2006/main">
  <p:tag name="LayoutZOrder" val="22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58.xml><?xml version="1.0" encoding="utf-8"?>
<p:tagLst xmlns:p="http://schemas.openxmlformats.org/presentationml/2006/main">
  <p:tag name="LayoutZOrder" val="23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59.xml><?xml version="1.0" encoding="utf-8"?>
<p:tagLst xmlns:p="http://schemas.openxmlformats.org/presentationml/2006/main">
  <p:tag name="LayoutZOrder" val="24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60.xml><?xml version="1.0" encoding="utf-8"?>
<p:tagLst xmlns:p="http://schemas.openxmlformats.org/presentationml/2006/main">
  <p:tag name="LayoutZOrder" val="25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61.xml><?xml version="1.0" encoding="utf-8"?>
<p:tagLst xmlns:p="http://schemas.openxmlformats.org/presentationml/2006/main">
  <p:tag name="LayoutZOrder" val="26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62.xml><?xml version="1.0" encoding="utf-8"?>
<p:tagLst xmlns:p="http://schemas.openxmlformats.org/presentationml/2006/main">
  <p:tag name="LayoutZOrder" val="27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63.xml><?xml version="1.0" encoding="utf-8"?>
<p:tagLst xmlns:p="http://schemas.openxmlformats.org/presentationml/2006/main">
  <p:tag name="LayoutZOrder" val="28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64.xml><?xml version="1.0" encoding="utf-8"?>
<p:tagLst xmlns:p="http://schemas.openxmlformats.org/presentationml/2006/main">
  <p:tag name="LayoutZOrder" val="29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65.xml><?xml version="1.0" encoding="utf-8"?>
<p:tagLst xmlns:p="http://schemas.openxmlformats.org/presentationml/2006/main">
  <p:tag name="LayoutZOrder" val="30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66.xml><?xml version="1.0" encoding="utf-8"?>
<p:tagLst xmlns:p="http://schemas.openxmlformats.org/presentationml/2006/main">
  <p:tag name="LayoutZOrder" val="31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67.xml><?xml version="1.0" encoding="utf-8"?>
<p:tagLst xmlns:p="http://schemas.openxmlformats.org/presentationml/2006/main">
  <p:tag name="LayoutZOrder" val="32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68.xml><?xml version="1.0" encoding="utf-8"?>
<p:tagLst xmlns:p="http://schemas.openxmlformats.org/presentationml/2006/main">
  <p:tag name="LayoutZOrder" val="33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69.xml><?xml version="1.0" encoding="utf-8"?>
<p:tagLst xmlns:p="http://schemas.openxmlformats.org/presentationml/2006/main">
  <p:tag name="LayoutZOrder" val="34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70.xml><?xml version="1.0" encoding="utf-8"?>
<p:tagLst xmlns:p="http://schemas.openxmlformats.org/presentationml/2006/main">
  <p:tag name="LayoutZOrder" val="35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71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7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7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7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7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0a882c8e6f0cd69f9fb3797d609f847da8a527e8"/>
  <p:tag name="KSO_WM_NEWLAYOUT_ID" val="58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7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7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2"/>
  <p:tag name="KSO_WM_UNIT_ID" val="_10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7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7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4"/>
  <p:tag name="KSO_WM_UNIT_ID" val="_10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38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3285738de51033a679db30f555c5ec0374664c7"/>
  <p:tag name="KSO_WM_NEWLAYOUT_ID" val="6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8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8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2"/>
  <p:tag name="KSO_WM_UNIT_ID" val="_1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8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8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8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8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2"/>
  <p:tag name="KSO_WM_UNIT_ID" val="_11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9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9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4"/>
  <p:tag name="KSO_WM_UNIT_ID" val="_11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9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2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9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9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9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9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9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2df125973510e1f60e96e6661379dcd91c26d53"/>
  <p:tag name="KSO_WM_NEWLAYOUT_ID" val="7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39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39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40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40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40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403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404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40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406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1071"/>
  <p:tag name="KSO_WM_TEMPLATE_CATEGORY" val="custom"/>
  <p:tag name="KSO_WM_TEMPLATE_MASTER_TYPE" val="0"/>
</p:tagLst>
</file>

<file path=ppt/tags/tag407.xml><?xml version="1.0" encoding="utf-8"?>
<p:tagLst xmlns:p="http://schemas.openxmlformats.org/presentationml/2006/main">
  <p:tag name="KSO_WM_AITEMPLATE_STYLE_ID" val="69796634318"/>
</p:tagLst>
</file>

<file path=ppt/tags/tag40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0a882c8e6f0cd69f9fb3797d609f847da8a527e8"/>
  <p:tag name="KSO_WM_NEWLAYOUT_ID" val="58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40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410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1071"/>
  <p:tag name="KSO_WM_TEMPLATE_CATEGORY" val="custom"/>
  <p:tag name="KSO_WM_SLIDE_INDEX" val="1"/>
  <p:tag name="KSO_WM_SLIDE_ID" val="custom40481071_1"/>
  <p:tag name="KSO_WM_TEMPLATE_MASTER_TYPE" val="0"/>
  <p:tag name="KSO_WM_SLIDE_LAYOUT" val="a_f"/>
  <p:tag name="KSO_WM_SLIDE_LAYOUT_CNT" val="1_2"/>
</p:tagLst>
</file>

<file path=ppt/tags/tag4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b6ab932160b79f9259728c7a356af56e1bc4859"/>
  <p:tag name="KSO_WM_NEWLAYOUT_GROUP_ID" val="layout_1-5"/>
  <p:tag name="KSO_WM_NEWLAYOUT_ID" val="slide_ba60fb0293b23fda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41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4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41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42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42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42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  <p:tag name="KSO_WM_UNIT_PRESET_TEXT" val="06"/>
  <p:tag name="KSO_WM_SLIDE_FIGMA_DIAGRAM" val="1"/>
</p:tagLst>
</file>

<file path=ppt/tags/tag42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  <p:tag name="KSO_WM_UNIT_PRESET_TEXT" val=" "/>
  <p:tag name="KSO_WM_SLIDE_FIGMA_DIAGRAM" val="1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  <p:tag name="KSO_WM_UNIT_PRESET_TEXT" val="单击此处添加项标题"/>
  <p:tag name="KSO_WM_SLIDE_FIGMA_DIAGRAM" val="1"/>
</p:tagLst>
</file>

<file path=ppt/tags/tag431.xml><?xml version="1.0" encoding="utf-8"?>
<p:tagLst xmlns:p="http://schemas.openxmlformats.org/presentationml/2006/main">
  <p:tag name="KSO_WM_SLIDE_CONTENT_ORIENTATION" val=""/>
  <p:tag name="KSO_WM_SLIDE_HAS_MASK" val="0"/>
  <p:tag name="KSO_WM_SLIDE_ITEM_CNT" val="6"/>
  <p:tag name="KSO_WM_SLIDE_TYPE" val="contents"/>
  <p:tag name="KSO_WM_TEMPLATE_SUBCATEGORY" val="29"/>
  <p:tag name="KSO_WM_BEAUTIFY_FLAG" val="#wm#"/>
  <p:tag name="KSO_WM_TEMPLATE_FIGMA_ID" val="69796634318"/>
  <p:tag name="KSO_WM_TEMPLATE_SLIDE_ID" val="slide_ba60fb0293b23fda"/>
</p:tagLst>
</file>

<file path=ppt/tags/tag43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3285738de51033a679db30f555c5ec0374664c7"/>
  <p:tag name="KSO_WM_NEWLAYOUT_ID" val="66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43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434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81071"/>
  <p:tag name="KSO_WM_TEMPLATE_CATEGORY" val="custom"/>
  <p:tag name="KSO_WM_SLIDE_INDEX" val="7"/>
  <p:tag name="KSO_WM_SLIDE_ID" val="custom40481071_7"/>
  <p:tag name="KSO_WM_TEMPLATE_MASTER_TYPE" val="0"/>
  <p:tag name="KSO_WM_SLIDE_LAYOUT" val="a_e"/>
  <p:tag name="KSO_WM_SLIDE_LAYOUT_CNT" val="1_1"/>
</p:tagLst>
</file>

<file path=ppt/tags/tag4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e219b06e88d783093c0cb3a78391284431b195d"/>
  <p:tag name="KSO_WM_NEWLAYOUT_GROUP_ID" val="layout_30"/>
  <p:tag name="KSO_WM_NEWLAYOUT_ID" val="slide_b20026bcd68884eb"/>
  <p:tag name="KSO_WM_UNIT_PRESET_TEXT" val="单击此处添加标题"/>
</p:tagLst>
</file>

<file path=ppt/tags/tag4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438324457&quot;,&quot;product_name&quot;:&quot;wps-wpp-pc&quot;,&quot;intention_code&quot;:&quot;wps_wpp_generate_theme_pay&quot;}*auto_gallery_ai_v2.1.6_ONLINE*3563633666396262313330306465353866396339373532373363613231646338-slide-4"/>
</p:tagLst>
</file>

<file path=ppt/tags/tag43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4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4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4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4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4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4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添加项标题"/>
</p:tagLst>
</file>

<file path=ppt/tags/tag4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49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4318"/>
  <p:tag name="KSO_WM_TEMPLATE_SLIDE_ID" val="slide_b20026bcd68884eb"/>
</p:tagLst>
</file>

<file path=ppt/tags/tag45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3285738de51033a679db30f555c5ec0374664c7"/>
  <p:tag name="KSO_WM_NEWLAYOUT_ID" val="66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45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452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81071"/>
  <p:tag name="KSO_WM_TEMPLATE_CATEGORY" val="custom"/>
  <p:tag name="KSO_WM_SLIDE_INDEX" val="7"/>
  <p:tag name="KSO_WM_SLIDE_ID" val="custom40481071_7"/>
  <p:tag name="KSO_WM_TEMPLATE_MASTER_TYPE" val="0"/>
  <p:tag name="KSO_WM_SLIDE_LAYOUT" val="a_e"/>
  <p:tag name="KSO_WM_SLIDE_LAYOUT_CNT" val="1_1"/>
</p:tagLst>
</file>

<file path=ppt/tags/tag4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9925783d0050d2d3aed0326034b629e10ea83e9"/>
  <p:tag name="KSO_WM_NEWLAYOUT_GROUP_ID" val="layout_53"/>
  <p:tag name="KSO_WM_NEWLAYOUT_ID" val="slide_a51f9d830a889bd4"/>
  <p:tag name="KSO_WM_UNIT_PRESET_TEXT" val="单击此处添加标题"/>
</p:tagLst>
</file>

<file path=ppt/tags/tag45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45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5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4318"/>
  <p:tag name="KSO_WM_TEMPLATE_SLIDE_ID" val="slide_a51f9d830a889bd4"/>
</p:tagLst>
</file>

<file path=ppt/tags/tag4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0eb99b6f0696b360413b62b3af981a3a0edd824"/>
  <p:tag name="KSO_WM_NEWLAYOUT_GROUP_ID" val="layout_26"/>
  <p:tag name="KSO_WM_NEWLAYOUT_ID" val="slide_e3c93414deaf5687"/>
  <p:tag name="KSO_WM_UNIT_PRESET_TEXT" val="单击此处添加标题"/>
</p:tagLst>
</file>

<file path=ppt/tags/tag46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4318"/>
  <p:tag name="KSO_WM_TEMPLATE_SLIDE_ID" val="slide_e3c93414deaf5687"/>
</p:tagLst>
</file>

<file path=ppt/tags/tag46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3285738de51033a679db30f555c5ec0374664c7"/>
  <p:tag name="KSO_WM_NEWLAYOUT_ID" val="66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46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464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81071"/>
  <p:tag name="KSO_WM_TEMPLATE_CATEGORY" val="custom"/>
  <p:tag name="KSO_WM_SLIDE_INDEX" val="7"/>
  <p:tag name="KSO_WM_SLIDE_ID" val="custom40481071_7"/>
  <p:tag name="KSO_WM_TEMPLATE_MASTER_TYPE" val="0"/>
  <p:tag name="KSO_WM_SLIDE_LAYOUT" val="a_e"/>
  <p:tag name="KSO_WM_SLIDE_LAYOUT_CNT" val="1_1"/>
</p:tagLst>
</file>

<file path=ppt/tags/tag4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15b8438d11040b1d59036992b72647e4f336ea9"/>
  <p:tag name="KSO_WM_NEWLAYOUT_GROUP_ID" val="layout_6"/>
  <p:tag name="KSO_WM_NEWLAYOUT_ID" val="slide_a8556cd901320e4b"/>
  <p:tag name="KSO_WM_UNIT_PRESET_TEXT" val="单击此处添加标题"/>
</p:tagLst>
</file>

<file path=ppt/tags/tag46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6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7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7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4318"/>
  <p:tag name="KSO_WM_TEMPLATE_SLIDE_ID" val="slide_a8556cd901320e4b"/>
</p:tagLst>
</file>

<file path=ppt/tags/tag47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3285738de51033a679db30f555c5ec0374664c7"/>
  <p:tag name="KSO_WM_NEWLAYOUT_ID" val="66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47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478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81071"/>
  <p:tag name="KSO_WM_TEMPLATE_CATEGORY" val="custom"/>
  <p:tag name="KSO_WM_SLIDE_INDEX" val="7"/>
  <p:tag name="KSO_WM_SLIDE_ID" val="custom40481071_7"/>
  <p:tag name="KSO_WM_TEMPLATE_MASTER_TYPE" val="0"/>
  <p:tag name="KSO_WM_SLIDE_LAYOUT" val="a_e"/>
  <p:tag name="KSO_WM_SLIDE_LAYOUT_CNT" val="1_1"/>
</p:tagLst>
</file>

<file path=ppt/tags/tag4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34d638686d8865a3efffce28ed5d362400ca781"/>
  <p:tag name="KSO_WM_NEWLAYOUT_GROUP_ID" val="layout_10012"/>
  <p:tag name="KSO_WM_NEWLAYOUT_ID" val="slide_1b601487e8903dfa"/>
  <p:tag name="KSO_WM_UNIT_PRESET_TEXT" val="单击此处添加标题"/>
</p:tagLst>
</file>

<file path=ppt/tags/tag4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8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4318"/>
  <p:tag name="KSO_WM_TEMPLATE_SLIDE_ID" val="slide_1b601487e8903dfa"/>
</p:tagLst>
</file>

<file path=ppt/tags/tag4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90982842a5de4af0a150455dcba23c6ba62c70f"/>
  <p:tag name="KSO_WM_NEWLAYOUT_GROUP_ID" val="layout_39"/>
  <p:tag name="KSO_WM_NEWLAYOUT_ID" val="slide_865fe7baa74391ac"/>
  <p:tag name="KSO_WM_UNIT_PRESET_TEXT" val="单击此处添加标题"/>
</p:tagLst>
</file>

<file path=ppt/tags/tag4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48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4318"/>
  <p:tag name="KSO_WM_TEMPLATE_SLIDE_ID" val="slide_865fe7baa74391ac"/>
</p:tagLst>
</file>

<file path=ppt/tags/tag49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3285738de51033a679db30f555c5ec0374664c7"/>
  <p:tag name="KSO_WM_NEWLAYOUT_ID" val="66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49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492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81071"/>
  <p:tag name="KSO_WM_TEMPLATE_CATEGORY" val="custom"/>
  <p:tag name="KSO_WM_SLIDE_INDEX" val="7"/>
  <p:tag name="KSO_WM_SLIDE_ID" val="custom40481071_7"/>
  <p:tag name="KSO_WM_TEMPLATE_MASTER_TYPE" val="0"/>
  <p:tag name="KSO_WM_SLIDE_LAYOUT" val="a_e"/>
  <p:tag name="KSO_WM_SLIDE_LAYOUT_CNT" val="1_1"/>
</p:tagLst>
</file>

<file path=ppt/tags/tag4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d512d69fb9b1f0fa5dd44a97b3bbe9c27e7e4aa"/>
  <p:tag name="KSO_WM_NEWLAYOUT_GROUP_ID" val="layout_2"/>
  <p:tag name="KSO_WM_NEWLAYOUT_ID" val="slide_d665d6f003d2fe82"/>
  <p:tag name="KSO_WM_UNIT_PRESET_TEXT" val="单击此处添加标题"/>
</p:tagLst>
</file>

<file path=ppt/tags/tag4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9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4318"/>
  <p:tag name="KSO_WM_TEMPLATE_SLIDE_ID" val="slide_d665d6f003d2fe82"/>
</p:tagLst>
</file>

<file path=ppt/tags/tag4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51a6adee4acbfe7aa92c5fcd612a4aca4be95d"/>
  <p:tag name="KSO_WM_NEWLAYOUT_GROUP_ID" val="layout_57"/>
  <p:tag name="KSO_WM_NEWLAYOUT_ID" val="slide_26021527a696b8ba"/>
  <p:tag name="KSO_WM_UNIT_PRESET_TEXT" val="单击此处添加标题"/>
</p:tagLst>
</file>

<file path=ppt/tags/tag5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0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4318"/>
  <p:tag name="KSO_WM_TEMPLATE_SLIDE_ID" val="slide_26021527a696b8ba"/>
</p:tagLst>
</file>

<file path=ppt/tags/tag50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3285738de51033a679db30f555c5ec0374664c7"/>
  <p:tag name="KSO_WM_NEWLAYOUT_ID" val="66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50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509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81071"/>
  <p:tag name="KSO_WM_TEMPLATE_CATEGORY" val="custom"/>
  <p:tag name="KSO_WM_SLIDE_INDEX" val="7"/>
  <p:tag name="KSO_WM_SLIDE_ID" val="custom40481071_7"/>
  <p:tag name="KSO_WM_TEMPLATE_MASTER_TYPE" val="0"/>
  <p:tag name="KSO_WM_SLIDE_LAYOUT" val="a_e"/>
  <p:tag name="KSO_WM_SLIDE_LAYOUT_CNT" val="1_1"/>
</p:tagLst>
</file>

<file path=ppt/tags/tag5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397527fe3e047aef73261a47c6daa6e4eb26c00"/>
  <p:tag name="KSO_WM_NEWLAYOUT_GROUP_ID" val="layout_38"/>
  <p:tag name="KSO_WM_NEWLAYOUT_ID" val="slide_f7b9aa46f714e91f"/>
  <p:tag name="KSO_WM_UNIT_PRESET_TEXT" val="单击此处添加标题"/>
</p:tagLst>
</file>

<file path=ppt/tags/tag51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512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4318"/>
  <p:tag name="KSO_WM_TEMPLATE_SLIDE_ID" val="slide_f7b9aa46f714e91f"/>
</p:tagLst>
</file>

<file path=ppt/tags/tag51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51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2df125973510e1f60e96e6661379dcd91c26d53"/>
  <p:tag name="KSO_WM_NEWLAYOUT_ID" val="70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515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EMPLATE_INDEX" val="40481071"/>
  <p:tag name="KSO_WM_TEMPLATE_CATEGORY" val="custom"/>
  <p:tag name="KSO_WM_SLIDE_INDEX" val="9"/>
  <p:tag name="KSO_WM_SLIDE_ID" val="custom40481071_9"/>
  <p:tag name="KSO_WM_TEMPLATE_MASTER_TYPE" val="0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72">
      <a:dk1>
        <a:srgbClr val="000000"/>
      </a:dk1>
      <a:lt1>
        <a:srgbClr val="FFFFFF"/>
      </a:lt1>
      <a:dk2>
        <a:srgbClr val="17212F"/>
      </a:dk2>
      <a:lt2>
        <a:srgbClr val="F6F8FB"/>
      </a:lt2>
      <a:accent1>
        <a:srgbClr val="46648D"/>
      </a:accent1>
      <a:accent2>
        <a:srgbClr val="EEC681"/>
      </a:accent2>
      <a:accent3>
        <a:srgbClr val="46648D"/>
      </a:accent3>
      <a:accent4>
        <a:srgbClr val="EEC681"/>
      </a:accent4>
      <a:accent5>
        <a:srgbClr val="46648D"/>
      </a:accent5>
      <a:accent6>
        <a:srgbClr val="EEC681"/>
      </a:accent6>
      <a:hlink>
        <a:srgbClr val="0026E5"/>
      </a:hlink>
      <a:folHlink>
        <a:srgbClr val="7E1FAD"/>
      </a:folHlink>
    </a:clrScheme>
    <a:fontScheme name="简约 商务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890</Words>
  <Application>WPS 演示</Application>
  <PresentationFormat>宽屏</PresentationFormat>
  <Paragraphs>182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MiSans Bold</vt:lpstr>
      <vt:lpstr>MiSans Light</vt:lpstr>
      <vt:lpstr>Arial Unicode MS</vt:lpstr>
      <vt:lpstr>Calibri</vt:lpstr>
      <vt:lpstr>Office 主题</vt:lpstr>
      <vt:lpstr>1_Office 主题</vt:lpstr>
      <vt:lpstr>AI 学习平台 </vt:lpstr>
      <vt:lpstr>目录</vt:lpstr>
      <vt:lpstr>项目概述</vt:lpstr>
      <vt:lpstr>学习平台功能概览</vt:lpstr>
      <vt:lpstr>AI教师教学</vt:lpstr>
      <vt:lpstr>AI教师功能</vt:lpstr>
      <vt:lpstr>课程内容安排</vt:lpstr>
      <vt:lpstr>课堂提问互动</vt:lpstr>
      <vt:lpstr>提问形式与回答</vt:lpstr>
      <vt:lpstr>课程总结与学习报告</vt:lpstr>
      <vt:lpstr>课程总结</vt:lpstr>
      <vt:lpstr>学习报告</vt:lpstr>
      <vt:lpstr>课后作业</vt:lpstr>
      <vt:lpstr>课后作业1</vt:lpstr>
      <vt:lpstr>课后作业2</vt:lpstr>
      <vt:lpstr>项目展示</vt:lpstr>
      <vt:lpstr>视频展示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学习平台 </dc:title>
  <dc:creator/>
  <cp:lastModifiedBy>张津豪</cp:lastModifiedBy>
  <cp:revision>3</cp:revision>
  <dcterms:created xsi:type="dcterms:W3CDTF">2025-10-28T09:00:00Z</dcterms:created>
  <dcterms:modified xsi:type="dcterms:W3CDTF">2025-10-28T11:04:31Z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v1.0_ai_69796634318</vt:lpwstr>
  </property>
</Properties>
</file>