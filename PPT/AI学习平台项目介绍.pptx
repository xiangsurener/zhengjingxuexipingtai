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ags/tag437.xml" ContentType="application/vnd.openxmlformats-officedocument.presentationml.tags+xml"/>
  <Override PartName="/ppt/tags/tag438.xml" ContentType="application/vnd.openxmlformats-officedocument.presentationml.tags+xml"/>
  <Override PartName="/ppt/tags/tag439.xml" ContentType="application/vnd.openxmlformats-officedocument.presentationml.tags+xml"/>
  <Override PartName="/ppt/tags/tag440.xml" ContentType="application/vnd.openxmlformats-officedocument.presentationml.tags+xml"/>
  <Override PartName="/ppt/tags/tag441.xml" ContentType="application/vnd.openxmlformats-officedocument.presentationml.tags+xml"/>
  <Override PartName="/ppt/tags/tag442.xml" ContentType="application/vnd.openxmlformats-officedocument.presentationml.tags+xml"/>
  <Override PartName="/ppt/tags/tag443.xml" ContentType="application/vnd.openxmlformats-officedocument.presentationml.tags+xml"/>
  <Override PartName="/ppt/tags/tag444.xml" ContentType="application/vnd.openxmlformats-officedocument.presentationml.tags+xml"/>
  <Override PartName="/ppt/tags/tag445.xml" ContentType="application/vnd.openxmlformats-officedocument.presentationml.tags+xml"/>
  <Override PartName="/ppt/tags/tag446.xml" ContentType="application/vnd.openxmlformats-officedocument.presentationml.tags+xml"/>
  <Override PartName="/ppt/tags/tag447.xml" ContentType="application/vnd.openxmlformats-officedocument.presentationml.tags+xml"/>
  <Override PartName="/ppt/tags/tag448.xml" ContentType="application/vnd.openxmlformats-officedocument.presentationml.tags+xml"/>
  <Override PartName="/ppt/tags/tag449.xml" ContentType="application/vnd.openxmlformats-officedocument.presentationml.tags+xml"/>
  <Override PartName="/ppt/tags/tag450.xml" ContentType="application/vnd.openxmlformats-officedocument.presentationml.tags+xml"/>
  <Override PartName="/ppt/tags/tag451.xml" ContentType="application/vnd.openxmlformats-officedocument.presentationml.tags+xml"/>
  <Override PartName="/ppt/tags/tag452.xml" ContentType="application/vnd.openxmlformats-officedocument.presentationml.tags+xml"/>
  <Override PartName="/ppt/tags/tag453.xml" ContentType="application/vnd.openxmlformats-officedocument.presentationml.tags+xml"/>
  <Override PartName="/ppt/tags/tag454.xml" ContentType="application/vnd.openxmlformats-officedocument.presentationml.tags+xml"/>
  <Override PartName="/ppt/tags/tag455.xml" ContentType="application/vnd.openxmlformats-officedocument.presentationml.tags+xml"/>
  <Override PartName="/ppt/tags/tag456.xml" ContentType="application/vnd.openxmlformats-officedocument.presentationml.tags+xml"/>
  <Override PartName="/ppt/tags/tag457.xml" ContentType="application/vnd.openxmlformats-officedocument.presentationml.tags+xml"/>
  <Override PartName="/ppt/tags/tag458.xml" ContentType="application/vnd.openxmlformats-officedocument.presentationml.tags+xml"/>
  <Override PartName="/ppt/tags/tag459.xml" ContentType="application/vnd.openxmlformats-officedocument.presentationml.tags+xml"/>
  <Override PartName="/ppt/tags/tag460.xml" ContentType="application/vnd.openxmlformats-officedocument.presentationml.tags+xml"/>
  <Override PartName="/ppt/tags/tag461.xml" ContentType="application/vnd.openxmlformats-officedocument.presentationml.tags+xml"/>
  <Override PartName="/ppt/tags/tag462.xml" ContentType="application/vnd.openxmlformats-officedocument.presentationml.tags+xml"/>
  <Override PartName="/ppt/tags/tag463.xml" ContentType="application/vnd.openxmlformats-officedocument.presentationml.tags+xml"/>
  <Override PartName="/ppt/tags/tag464.xml" ContentType="application/vnd.openxmlformats-officedocument.presentationml.tags+xml"/>
  <Override PartName="/ppt/tags/tag465.xml" ContentType="application/vnd.openxmlformats-officedocument.presentationml.tags+xml"/>
  <Override PartName="/ppt/tags/tag466.xml" ContentType="application/vnd.openxmlformats-officedocument.presentationml.tags+xml"/>
  <Override PartName="/ppt/tags/tag467.xml" ContentType="application/vnd.openxmlformats-officedocument.presentationml.tags+xml"/>
  <Override PartName="/ppt/tags/tag468.xml" ContentType="application/vnd.openxmlformats-officedocument.presentationml.tags+xml"/>
  <Override PartName="/ppt/tags/tag469.xml" ContentType="application/vnd.openxmlformats-officedocument.presentationml.tags+xml"/>
  <Override PartName="/ppt/tags/tag470.xml" ContentType="application/vnd.openxmlformats-officedocument.presentationml.tags+xml"/>
  <Override PartName="/ppt/tags/tag471.xml" ContentType="application/vnd.openxmlformats-officedocument.presentationml.tags+xml"/>
  <Override PartName="/ppt/tags/tag472.xml" ContentType="application/vnd.openxmlformats-officedocument.presentationml.tags+xml"/>
  <Override PartName="/ppt/tags/tag473.xml" ContentType="application/vnd.openxmlformats-officedocument.presentationml.tags+xml"/>
  <Override PartName="/ppt/tags/tag474.xml" ContentType="application/vnd.openxmlformats-officedocument.presentationml.tags+xml"/>
  <Override PartName="/ppt/tags/tag475.xml" ContentType="application/vnd.openxmlformats-officedocument.presentationml.tags+xml"/>
  <Override PartName="/ppt/tags/tag476.xml" ContentType="application/vnd.openxmlformats-officedocument.presentationml.tags+xml"/>
  <Override PartName="/ppt/tags/tag477.xml" ContentType="application/vnd.openxmlformats-officedocument.presentationml.tags+xml"/>
  <Override PartName="/ppt/tags/tag478.xml" ContentType="application/vnd.openxmlformats-officedocument.presentationml.tags+xml"/>
  <Override PartName="/ppt/tags/tag479.xml" ContentType="application/vnd.openxmlformats-officedocument.presentationml.tags+xml"/>
  <Override PartName="/ppt/tags/tag480.xml" ContentType="application/vnd.openxmlformats-officedocument.presentationml.tags+xml"/>
  <Override PartName="/ppt/tags/tag481.xml" ContentType="application/vnd.openxmlformats-officedocument.presentationml.tags+xml"/>
  <Override PartName="/ppt/tags/tag482.xml" ContentType="application/vnd.openxmlformats-officedocument.presentationml.tags+xml"/>
  <Override PartName="/ppt/tags/tag483.xml" ContentType="application/vnd.openxmlformats-officedocument.presentationml.tags+xml"/>
  <Override PartName="/ppt/tags/tag484.xml" ContentType="application/vnd.openxmlformats-officedocument.presentationml.tags+xml"/>
  <Override PartName="/ppt/tags/tag485.xml" ContentType="application/vnd.openxmlformats-officedocument.presentationml.tags+xml"/>
  <Override PartName="/ppt/tags/tag486.xml" ContentType="application/vnd.openxmlformats-officedocument.presentationml.tags+xml"/>
  <Override PartName="/ppt/tags/tag487.xml" ContentType="application/vnd.openxmlformats-officedocument.presentationml.tags+xml"/>
  <Override PartName="/ppt/tags/tag488.xml" ContentType="application/vnd.openxmlformats-officedocument.presentationml.tags+xml"/>
  <Override PartName="/ppt/tags/tag489.xml" ContentType="application/vnd.openxmlformats-officedocument.presentationml.tags+xml"/>
  <Override PartName="/ppt/tags/tag490.xml" ContentType="application/vnd.openxmlformats-officedocument.presentationml.tags+xml"/>
  <Override PartName="/ppt/tags/tag491.xml" ContentType="application/vnd.openxmlformats-officedocument.presentationml.tags+xml"/>
  <Override PartName="/ppt/tags/tag492.xml" ContentType="application/vnd.openxmlformats-officedocument.presentationml.tags+xml"/>
  <Override PartName="/ppt/tags/tag493.xml" ContentType="application/vnd.openxmlformats-officedocument.presentationml.tags+xml"/>
  <Override PartName="/ppt/tags/tag494.xml" ContentType="application/vnd.openxmlformats-officedocument.presentationml.tags+xml"/>
  <Override PartName="/ppt/tags/tag495.xml" ContentType="application/vnd.openxmlformats-officedocument.presentationml.tags+xml"/>
  <Override PartName="/ppt/tags/tag496.xml" ContentType="application/vnd.openxmlformats-officedocument.presentationml.tags+xml"/>
  <Override PartName="/ppt/tags/tag497.xml" ContentType="application/vnd.openxmlformats-officedocument.presentationml.tags+xml"/>
  <Override PartName="/ppt/tags/tag498.xml" ContentType="application/vnd.openxmlformats-officedocument.presentationml.tags+xml"/>
  <Override PartName="/ppt/tags/tag499.xml" ContentType="application/vnd.openxmlformats-officedocument.presentationml.tags+xml"/>
  <Override PartName="/ppt/tags/tag500.xml" ContentType="application/vnd.openxmlformats-officedocument.presentationml.tags+xml"/>
  <Override PartName="/ppt/tags/tag501.xml" ContentType="application/vnd.openxmlformats-officedocument.presentationml.tags+xml"/>
  <Override PartName="/ppt/tags/tag502.xml" ContentType="application/vnd.openxmlformats-officedocument.presentationml.tags+xml"/>
  <Override PartName="/ppt/tags/tag50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9" r:id="rId2"/>
  </p:sldMasterIdLst>
  <p:sldIdLst>
    <p:sldId id="260" r:id="rId3"/>
    <p:sldId id="261" r:id="rId4"/>
    <p:sldId id="262" r:id="rId5"/>
    <p:sldId id="264" r:id="rId6"/>
    <p:sldId id="288" r:id="rId7"/>
    <p:sldId id="265" r:id="rId8"/>
    <p:sldId id="266" r:id="rId9"/>
    <p:sldId id="267" r:id="rId10"/>
    <p:sldId id="269" r:id="rId11"/>
    <p:sldId id="270" r:id="rId12"/>
    <p:sldId id="273" r:id="rId13"/>
    <p:sldId id="274" r:id="rId14"/>
    <p:sldId id="275" r:id="rId15"/>
    <p:sldId id="277" r:id="rId16"/>
    <p:sldId id="278" r:id="rId17"/>
    <p:sldId id="279" r:id="rId18"/>
    <p:sldId id="281" r:id="rId19"/>
    <p:sldId id="287" r:id="rId20"/>
    <p:sldId id="285" r:id="rId21"/>
  </p:sldIdLst>
  <p:sldSz cx="12192000" cy="6858000"/>
  <p:notesSz cx="7104063" cy="1023461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echuying" initials="k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commentAuthors" Target="commentAuthor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tags" Target="../tags/tag18.xml"/><Relationship Id="rId3" Type="http://schemas.openxmlformats.org/officeDocument/2006/relationships/tags" Target="../tags/tag13.xml"/><Relationship Id="rId7" Type="http://schemas.openxmlformats.org/officeDocument/2006/relationships/tags" Target="../tags/tag17.xml"/><Relationship Id="rId12" Type="http://schemas.microsoft.com/office/2007/relationships/hdphoto" Target="../media/hdphoto1.wdp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tags" Target="../tags/tag16.xml"/><Relationship Id="rId11" Type="http://schemas.openxmlformats.org/officeDocument/2006/relationships/image" Target="../media/image1.png"/><Relationship Id="rId5" Type="http://schemas.openxmlformats.org/officeDocument/2006/relationships/tags" Target="../tags/tag15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14.xml"/><Relationship Id="rId9" Type="http://schemas.openxmlformats.org/officeDocument/2006/relationships/tags" Target="../tags/tag19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tags" Target="../tags/tag27.xml"/><Relationship Id="rId13" Type="http://schemas.openxmlformats.org/officeDocument/2006/relationships/tags" Target="../tags/tag32.xml"/><Relationship Id="rId3" Type="http://schemas.openxmlformats.org/officeDocument/2006/relationships/tags" Target="../tags/tag22.xml"/><Relationship Id="rId7" Type="http://schemas.openxmlformats.org/officeDocument/2006/relationships/tags" Target="../tags/tag26.xml"/><Relationship Id="rId12" Type="http://schemas.openxmlformats.org/officeDocument/2006/relationships/tags" Target="../tags/tag31.xml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tags" Target="../tags/tag25.xml"/><Relationship Id="rId11" Type="http://schemas.openxmlformats.org/officeDocument/2006/relationships/tags" Target="../tags/tag30.xml"/><Relationship Id="rId5" Type="http://schemas.openxmlformats.org/officeDocument/2006/relationships/tags" Target="../tags/tag24.xml"/><Relationship Id="rId15" Type="http://schemas.openxmlformats.org/officeDocument/2006/relationships/slideMaster" Target="../slideMasters/slideMaster2.xml"/><Relationship Id="rId10" Type="http://schemas.openxmlformats.org/officeDocument/2006/relationships/tags" Target="../tags/tag29.xml"/><Relationship Id="rId4" Type="http://schemas.openxmlformats.org/officeDocument/2006/relationships/tags" Target="../tags/tag23.xml"/><Relationship Id="rId9" Type="http://schemas.openxmlformats.org/officeDocument/2006/relationships/tags" Target="../tags/tag28.xml"/><Relationship Id="rId14" Type="http://schemas.openxmlformats.org/officeDocument/2006/relationships/tags" Target="../tags/tag33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tags" Target="../tags/tag41.xml"/><Relationship Id="rId13" Type="http://schemas.openxmlformats.org/officeDocument/2006/relationships/tags" Target="../tags/tag46.xml"/><Relationship Id="rId3" Type="http://schemas.openxmlformats.org/officeDocument/2006/relationships/tags" Target="../tags/tag36.xml"/><Relationship Id="rId7" Type="http://schemas.openxmlformats.org/officeDocument/2006/relationships/tags" Target="../tags/tag40.xml"/><Relationship Id="rId12" Type="http://schemas.openxmlformats.org/officeDocument/2006/relationships/tags" Target="../tags/tag45.xml"/><Relationship Id="rId2" Type="http://schemas.openxmlformats.org/officeDocument/2006/relationships/tags" Target="../tags/tag35.xml"/><Relationship Id="rId1" Type="http://schemas.openxmlformats.org/officeDocument/2006/relationships/tags" Target="../tags/tag34.xml"/><Relationship Id="rId6" Type="http://schemas.openxmlformats.org/officeDocument/2006/relationships/tags" Target="../tags/tag39.xml"/><Relationship Id="rId11" Type="http://schemas.openxmlformats.org/officeDocument/2006/relationships/tags" Target="../tags/tag44.xml"/><Relationship Id="rId5" Type="http://schemas.openxmlformats.org/officeDocument/2006/relationships/tags" Target="../tags/tag38.xml"/><Relationship Id="rId15" Type="http://schemas.openxmlformats.org/officeDocument/2006/relationships/slideMaster" Target="../slideMasters/slideMaster2.xml"/><Relationship Id="rId10" Type="http://schemas.openxmlformats.org/officeDocument/2006/relationships/tags" Target="../tags/tag43.xml"/><Relationship Id="rId4" Type="http://schemas.openxmlformats.org/officeDocument/2006/relationships/tags" Target="../tags/tag37.xml"/><Relationship Id="rId9" Type="http://schemas.openxmlformats.org/officeDocument/2006/relationships/tags" Target="../tags/tag42.xml"/><Relationship Id="rId14" Type="http://schemas.openxmlformats.org/officeDocument/2006/relationships/tags" Target="../tags/tag47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tags" Target="../tags/tag55.xml"/><Relationship Id="rId13" Type="http://schemas.openxmlformats.org/officeDocument/2006/relationships/tags" Target="../tags/tag60.xml"/><Relationship Id="rId18" Type="http://schemas.openxmlformats.org/officeDocument/2006/relationships/tags" Target="../tags/tag65.xml"/><Relationship Id="rId3" Type="http://schemas.openxmlformats.org/officeDocument/2006/relationships/tags" Target="../tags/tag50.xml"/><Relationship Id="rId21" Type="http://schemas.openxmlformats.org/officeDocument/2006/relationships/slideMaster" Target="../slideMasters/slideMaster2.xml"/><Relationship Id="rId7" Type="http://schemas.openxmlformats.org/officeDocument/2006/relationships/tags" Target="../tags/tag54.xml"/><Relationship Id="rId12" Type="http://schemas.openxmlformats.org/officeDocument/2006/relationships/tags" Target="../tags/tag59.xml"/><Relationship Id="rId17" Type="http://schemas.openxmlformats.org/officeDocument/2006/relationships/tags" Target="../tags/tag64.xml"/><Relationship Id="rId2" Type="http://schemas.openxmlformats.org/officeDocument/2006/relationships/tags" Target="../tags/tag49.xml"/><Relationship Id="rId16" Type="http://schemas.openxmlformats.org/officeDocument/2006/relationships/tags" Target="../tags/tag63.xml"/><Relationship Id="rId20" Type="http://schemas.openxmlformats.org/officeDocument/2006/relationships/tags" Target="../tags/tag67.xml"/><Relationship Id="rId1" Type="http://schemas.openxmlformats.org/officeDocument/2006/relationships/tags" Target="../tags/tag48.xml"/><Relationship Id="rId6" Type="http://schemas.openxmlformats.org/officeDocument/2006/relationships/tags" Target="../tags/tag53.xml"/><Relationship Id="rId11" Type="http://schemas.openxmlformats.org/officeDocument/2006/relationships/tags" Target="../tags/tag58.xml"/><Relationship Id="rId5" Type="http://schemas.openxmlformats.org/officeDocument/2006/relationships/tags" Target="../tags/tag52.xml"/><Relationship Id="rId15" Type="http://schemas.openxmlformats.org/officeDocument/2006/relationships/tags" Target="../tags/tag62.xml"/><Relationship Id="rId10" Type="http://schemas.openxmlformats.org/officeDocument/2006/relationships/tags" Target="../tags/tag57.xml"/><Relationship Id="rId19" Type="http://schemas.openxmlformats.org/officeDocument/2006/relationships/tags" Target="../tags/tag66.xml"/><Relationship Id="rId4" Type="http://schemas.openxmlformats.org/officeDocument/2006/relationships/tags" Target="../tags/tag51.xml"/><Relationship Id="rId9" Type="http://schemas.openxmlformats.org/officeDocument/2006/relationships/tags" Target="../tags/tag56.xml"/><Relationship Id="rId14" Type="http://schemas.openxmlformats.org/officeDocument/2006/relationships/tags" Target="../tags/tag61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tags" Target="../tags/tag75.xml"/><Relationship Id="rId3" Type="http://schemas.openxmlformats.org/officeDocument/2006/relationships/tags" Target="../tags/tag70.xml"/><Relationship Id="rId7" Type="http://schemas.openxmlformats.org/officeDocument/2006/relationships/tags" Target="../tags/tag74.xml"/><Relationship Id="rId12" Type="http://schemas.openxmlformats.org/officeDocument/2006/relationships/slideMaster" Target="../slideMasters/slideMaster2.xml"/><Relationship Id="rId2" Type="http://schemas.openxmlformats.org/officeDocument/2006/relationships/tags" Target="../tags/tag69.xml"/><Relationship Id="rId1" Type="http://schemas.openxmlformats.org/officeDocument/2006/relationships/tags" Target="../tags/tag68.xml"/><Relationship Id="rId6" Type="http://schemas.openxmlformats.org/officeDocument/2006/relationships/tags" Target="../tags/tag73.xml"/><Relationship Id="rId11" Type="http://schemas.openxmlformats.org/officeDocument/2006/relationships/tags" Target="../tags/tag78.xml"/><Relationship Id="rId5" Type="http://schemas.openxmlformats.org/officeDocument/2006/relationships/tags" Target="../tags/tag72.xml"/><Relationship Id="rId10" Type="http://schemas.openxmlformats.org/officeDocument/2006/relationships/tags" Target="../tags/tag77.xml"/><Relationship Id="rId4" Type="http://schemas.openxmlformats.org/officeDocument/2006/relationships/tags" Target="../tags/tag71.xml"/><Relationship Id="rId9" Type="http://schemas.openxmlformats.org/officeDocument/2006/relationships/tags" Target="../tags/tag76.xm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tags" Target="../tags/tag86.xml"/><Relationship Id="rId13" Type="http://schemas.openxmlformats.org/officeDocument/2006/relationships/tags" Target="../tags/tag91.xml"/><Relationship Id="rId3" Type="http://schemas.openxmlformats.org/officeDocument/2006/relationships/tags" Target="../tags/tag81.xml"/><Relationship Id="rId7" Type="http://schemas.openxmlformats.org/officeDocument/2006/relationships/tags" Target="../tags/tag85.xml"/><Relationship Id="rId12" Type="http://schemas.openxmlformats.org/officeDocument/2006/relationships/tags" Target="../tags/tag90.xml"/><Relationship Id="rId17" Type="http://schemas.openxmlformats.org/officeDocument/2006/relationships/slideMaster" Target="../slideMasters/slideMaster2.xml"/><Relationship Id="rId2" Type="http://schemas.openxmlformats.org/officeDocument/2006/relationships/tags" Target="../tags/tag80.xml"/><Relationship Id="rId16" Type="http://schemas.openxmlformats.org/officeDocument/2006/relationships/tags" Target="../tags/tag94.xml"/><Relationship Id="rId1" Type="http://schemas.openxmlformats.org/officeDocument/2006/relationships/tags" Target="../tags/tag79.xml"/><Relationship Id="rId6" Type="http://schemas.openxmlformats.org/officeDocument/2006/relationships/tags" Target="../tags/tag84.xml"/><Relationship Id="rId11" Type="http://schemas.openxmlformats.org/officeDocument/2006/relationships/tags" Target="../tags/tag89.xml"/><Relationship Id="rId5" Type="http://schemas.openxmlformats.org/officeDocument/2006/relationships/tags" Target="../tags/tag83.xml"/><Relationship Id="rId15" Type="http://schemas.openxmlformats.org/officeDocument/2006/relationships/tags" Target="../tags/tag93.xml"/><Relationship Id="rId10" Type="http://schemas.openxmlformats.org/officeDocument/2006/relationships/tags" Target="../tags/tag88.xml"/><Relationship Id="rId4" Type="http://schemas.openxmlformats.org/officeDocument/2006/relationships/tags" Target="../tags/tag82.xml"/><Relationship Id="rId9" Type="http://schemas.openxmlformats.org/officeDocument/2006/relationships/tags" Target="../tags/tag87.xml"/><Relationship Id="rId14" Type="http://schemas.openxmlformats.org/officeDocument/2006/relationships/tags" Target="../tags/tag92.xml"/></Relationships>
</file>

<file path=ppt/slideLayouts/_rels/slideLayout17.xml.rels><?xml version="1.0" encoding="UTF-8" standalone="yes"?>
<Relationships xmlns="http://schemas.openxmlformats.org/package/2006/relationships"><Relationship Id="rId8" Type="http://schemas.openxmlformats.org/officeDocument/2006/relationships/tags" Target="../tags/tag102.xml"/><Relationship Id="rId13" Type="http://schemas.openxmlformats.org/officeDocument/2006/relationships/tags" Target="../tags/tag107.xml"/><Relationship Id="rId3" Type="http://schemas.openxmlformats.org/officeDocument/2006/relationships/tags" Target="../tags/tag97.xml"/><Relationship Id="rId7" Type="http://schemas.openxmlformats.org/officeDocument/2006/relationships/tags" Target="../tags/tag101.xml"/><Relationship Id="rId12" Type="http://schemas.openxmlformats.org/officeDocument/2006/relationships/tags" Target="../tags/tag106.xml"/><Relationship Id="rId17" Type="http://schemas.openxmlformats.org/officeDocument/2006/relationships/slideMaster" Target="../slideMasters/slideMaster2.xml"/><Relationship Id="rId2" Type="http://schemas.openxmlformats.org/officeDocument/2006/relationships/tags" Target="../tags/tag96.xml"/><Relationship Id="rId16" Type="http://schemas.openxmlformats.org/officeDocument/2006/relationships/tags" Target="../tags/tag110.xml"/><Relationship Id="rId1" Type="http://schemas.openxmlformats.org/officeDocument/2006/relationships/tags" Target="../tags/tag95.xml"/><Relationship Id="rId6" Type="http://schemas.openxmlformats.org/officeDocument/2006/relationships/tags" Target="../tags/tag100.xml"/><Relationship Id="rId11" Type="http://schemas.openxmlformats.org/officeDocument/2006/relationships/tags" Target="../tags/tag105.xml"/><Relationship Id="rId5" Type="http://schemas.openxmlformats.org/officeDocument/2006/relationships/tags" Target="../tags/tag99.xml"/><Relationship Id="rId15" Type="http://schemas.openxmlformats.org/officeDocument/2006/relationships/tags" Target="../tags/tag109.xml"/><Relationship Id="rId10" Type="http://schemas.openxmlformats.org/officeDocument/2006/relationships/tags" Target="../tags/tag104.xml"/><Relationship Id="rId4" Type="http://schemas.openxmlformats.org/officeDocument/2006/relationships/tags" Target="../tags/tag98.xml"/><Relationship Id="rId9" Type="http://schemas.openxmlformats.org/officeDocument/2006/relationships/tags" Target="../tags/tag103.xml"/><Relationship Id="rId14" Type="http://schemas.openxmlformats.org/officeDocument/2006/relationships/tags" Target="../tags/tag108.xml"/></Relationships>
</file>

<file path=ppt/slideLayouts/_rels/slideLayout18.xml.rels><?xml version="1.0" encoding="UTF-8" standalone="yes"?>
<Relationships xmlns="http://schemas.openxmlformats.org/package/2006/relationships"><Relationship Id="rId8" Type="http://schemas.openxmlformats.org/officeDocument/2006/relationships/tags" Target="../tags/tag118.xml"/><Relationship Id="rId13" Type="http://schemas.openxmlformats.org/officeDocument/2006/relationships/tags" Target="../tags/tag123.xml"/><Relationship Id="rId18" Type="http://schemas.openxmlformats.org/officeDocument/2006/relationships/tags" Target="../tags/tag128.xml"/><Relationship Id="rId3" Type="http://schemas.openxmlformats.org/officeDocument/2006/relationships/tags" Target="../tags/tag113.xml"/><Relationship Id="rId7" Type="http://schemas.openxmlformats.org/officeDocument/2006/relationships/tags" Target="../tags/tag117.xml"/><Relationship Id="rId12" Type="http://schemas.openxmlformats.org/officeDocument/2006/relationships/tags" Target="../tags/tag122.xml"/><Relationship Id="rId17" Type="http://schemas.openxmlformats.org/officeDocument/2006/relationships/tags" Target="../tags/tag127.xml"/><Relationship Id="rId2" Type="http://schemas.openxmlformats.org/officeDocument/2006/relationships/tags" Target="../tags/tag112.xml"/><Relationship Id="rId16" Type="http://schemas.openxmlformats.org/officeDocument/2006/relationships/tags" Target="../tags/tag126.xml"/><Relationship Id="rId20" Type="http://schemas.openxmlformats.org/officeDocument/2006/relationships/slideMaster" Target="../slideMasters/slideMaster2.xml"/><Relationship Id="rId1" Type="http://schemas.openxmlformats.org/officeDocument/2006/relationships/tags" Target="../tags/tag111.xml"/><Relationship Id="rId6" Type="http://schemas.openxmlformats.org/officeDocument/2006/relationships/tags" Target="../tags/tag116.xml"/><Relationship Id="rId11" Type="http://schemas.openxmlformats.org/officeDocument/2006/relationships/tags" Target="../tags/tag121.xml"/><Relationship Id="rId5" Type="http://schemas.openxmlformats.org/officeDocument/2006/relationships/tags" Target="../tags/tag115.xml"/><Relationship Id="rId15" Type="http://schemas.openxmlformats.org/officeDocument/2006/relationships/tags" Target="../tags/tag125.xml"/><Relationship Id="rId10" Type="http://schemas.openxmlformats.org/officeDocument/2006/relationships/tags" Target="../tags/tag120.xml"/><Relationship Id="rId19" Type="http://schemas.openxmlformats.org/officeDocument/2006/relationships/tags" Target="../tags/tag129.xml"/><Relationship Id="rId4" Type="http://schemas.openxmlformats.org/officeDocument/2006/relationships/tags" Target="../tags/tag114.xml"/><Relationship Id="rId9" Type="http://schemas.openxmlformats.org/officeDocument/2006/relationships/tags" Target="../tags/tag119.xml"/><Relationship Id="rId14" Type="http://schemas.openxmlformats.org/officeDocument/2006/relationships/tags" Target="../tags/tag124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tags" Target="../tags/tag137.xml"/><Relationship Id="rId13" Type="http://schemas.openxmlformats.org/officeDocument/2006/relationships/tags" Target="../tags/tag142.xml"/><Relationship Id="rId3" Type="http://schemas.openxmlformats.org/officeDocument/2006/relationships/tags" Target="../tags/tag132.xml"/><Relationship Id="rId7" Type="http://schemas.openxmlformats.org/officeDocument/2006/relationships/tags" Target="../tags/tag136.xml"/><Relationship Id="rId12" Type="http://schemas.openxmlformats.org/officeDocument/2006/relationships/tags" Target="../tags/tag141.xml"/><Relationship Id="rId17" Type="http://schemas.openxmlformats.org/officeDocument/2006/relationships/slideMaster" Target="../slideMasters/slideMaster2.xml"/><Relationship Id="rId2" Type="http://schemas.openxmlformats.org/officeDocument/2006/relationships/tags" Target="../tags/tag131.xml"/><Relationship Id="rId16" Type="http://schemas.openxmlformats.org/officeDocument/2006/relationships/tags" Target="../tags/tag145.xml"/><Relationship Id="rId1" Type="http://schemas.openxmlformats.org/officeDocument/2006/relationships/tags" Target="../tags/tag130.xml"/><Relationship Id="rId6" Type="http://schemas.openxmlformats.org/officeDocument/2006/relationships/tags" Target="../tags/tag135.xml"/><Relationship Id="rId11" Type="http://schemas.openxmlformats.org/officeDocument/2006/relationships/tags" Target="../tags/tag140.xml"/><Relationship Id="rId5" Type="http://schemas.openxmlformats.org/officeDocument/2006/relationships/tags" Target="../tags/tag134.xml"/><Relationship Id="rId15" Type="http://schemas.openxmlformats.org/officeDocument/2006/relationships/tags" Target="../tags/tag144.xml"/><Relationship Id="rId10" Type="http://schemas.openxmlformats.org/officeDocument/2006/relationships/tags" Target="../tags/tag139.xml"/><Relationship Id="rId4" Type="http://schemas.openxmlformats.org/officeDocument/2006/relationships/tags" Target="../tags/tag133.xml"/><Relationship Id="rId9" Type="http://schemas.openxmlformats.org/officeDocument/2006/relationships/tags" Target="../tags/tag138.xml"/><Relationship Id="rId14" Type="http://schemas.openxmlformats.org/officeDocument/2006/relationships/tags" Target="../tags/tag143.xml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tags" Target="../tags/tag153.xml"/><Relationship Id="rId3" Type="http://schemas.openxmlformats.org/officeDocument/2006/relationships/tags" Target="../tags/tag148.xml"/><Relationship Id="rId7" Type="http://schemas.openxmlformats.org/officeDocument/2006/relationships/tags" Target="../tags/tag152.xml"/><Relationship Id="rId12" Type="http://schemas.openxmlformats.org/officeDocument/2006/relationships/slideMaster" Target="../slideMasters/slideMaster2.xml"/><Relationship Id="rId2" Type="http://schemas.openxmlformats.org/officeDocument/2006/relationships/tags" Target="../tags/tag147.xml"/><Relationship Id="rId1" Type="http://schemas.openxmlformats.org/officeDocument/2006/relationships/tags" Target="../tags/tag146.xml"/><Relationship Id="rId6" Type="http://schemas.openxmlformats.org/officeDocument/2006/relationships/tags" Target="../tags/tag151.xml"/><Relationship Id="rId11" Type="http://schemas.openxmlformats.org/officeDocument/2006/relationships/tags" Target="../tags/tag156.xml"/><Relationship Id="rId5" Type="http://schemas.openxmlformats.org/officeDocument/2006/relationships/tags" Target="../tags/tag150.xml"/><Relationship Id="rId10" Type="http://schemas.openxmlformats.org/officeDocument/2006/relationships/tags" Target="../tags/tag155.xml"/><Relationship Id="rId4" Type="http://schemas.openxmlformats.org/officeDocument/2006/relationships/tags" Target="../tags/tag149.xml"/><Relationship Id="rId9" Type="http://schemas.openxmlformats.org/officeDocument/2006/relationships/tags" Target="../tags/tag154.xml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tags" Target="../tags/tag164.xml"/><Relationship Id="rId13" Type="http://schemas.openxmlformats.org/officeDocument/2006/relationships/tags" Target="../tags/tag169.xml"/><Relationship Id="rId3" Type="http://schemas.openxmlformats.org/officeDocument/2006/relationships/tags" Target="../tags/tag159.xml"/><Relationship Id="rId7" Type="http://schemas.openxmlformats.org/officeDocument/2006/relationships/tags" Target="../tags/tag163.xml"/><Relationship Id="rId12" Type="http://schemas.openxmlformats.org/officeDocument/2006/relationships/tags" Target="../tags/tag168.xml"/><Relationship Id="rId17" Type="http://schemas.openxmlformats.org/officeDocument/2006/relationships/slideMaster" Target="../slideMasters/slideMaster2.xml"/><Relationship Id="rId2" Type="http://schemas.openxmlformats.org/officeDocument/2006/relationships/tags" Target="../tags/tag158.xml"/><Relationship Id="rId16" Type="http://schemas.openxmlformats.org/officeDocument/2006/relationships/tags" Target="../tags/tag172.xml"/><Relationship Id="rId1" Type="http://schemas.openxmlformats.org/officeDocument/2006/relationships/tags" Target="../tags/tag157.xml"/><Relationship Id="rId6" Type="http://schemas.openxmlformats.org/officeDocument/2006/relationships/tags" Target="../tags/tag162.xml"/><Relationship Id="rId11" Type="http://schemas.openxmlformats.org/officeDocument/2006/relationships/tags" Target="../tags/tag167.xml"/><Relationship Id="rId5" Type="http://schemas.openxmlformats.org/officeDocument/2006/relationships/tags" Target="../tags/tag161.xml"/><Relationship Id="rId15" Type="http://schemas.openxmlformats.org/officeDocument/2006/relationships/tags" Target="../tags/tag171.xml"/><Relationship Id="rId10" Type="http://schemas.openxmlformats.org/officeDocument/2006/relationships/tags" Target="../tags/tag166.xml"/><Relationship Id="rId4" Type="http://schemas.openxmlformats.org/officeDocument/2006/relationships/tags" Target="../tags/tag160.xml"/><Relationship Id="rId9" Type="http://schemas.openxmlformats.org/officeDocument/2006/relationships/tags" Target="../tags/tag165.xml"/><Relationship Id="rId14" Type="http://schemas.openxmlformats.org/officeDocument/2006/relationships/tags" Target="../tags/tag170.xml"/></Relationships>
</file>

<file path=ppt/slideLayouts/_rels/slideLayout22.xml.rels><?xml version="1.0" encoding="UTF-8" standalone="yes"?>
<Relationships xmlns="http://schemas.openxmlformats.org/package/2006/relationships"><Relationship Id="rId8" Type="http://schemas.openxmlformats.org/officeDocument/2006/relationships/tags" Target="../tags/tag180.xml"/><Relationship Id="rId13" Type="http://schemas.openxmlformats.org/officeDocument/2006/relationships/tags" Target="../tags/tag185.xml"/><Relationship Id="rId3" Type="http://schemas.openxmlformats.org/officeDocument/2006/relationships/tags" Target="../tags/tag175.xml"/><Relationship Id="rId7" Type="http://schemas.openxmlformats.org/officeDocument/2006/relationships/tags" Target="../tags/tag179.xml"/><Relationship Id="rId12" Type="http://schemas.openxmlformats.org/officeDocument/2006/relationships/tags" Target="../tags/tag184.xml"/><Relationship Id="rId17" Type="http://schemas.openxmlformats.org/officeDocument/2006/relationships/slideMaster" Target="../slideMasters/slideMaster2.xml"/><Relationship Id="rId2" Type="http://schemas.openxmlformats.org/officeDocument/2006/relationships/tags" Target="../tags/tag174.xml"/><Relationship Id="rId16" Type="http://schemas.openxmlformats.org/officeDocument/2006/relationships/tags" Target="../tags/tag188.xml"/><Relationship Id="rId1" Type="http://schemas.openxmlformats.org/officeDocument/2006/relationships/tags" Target="../tags/tag173.xml"/><Relationship Id="rId6" Type="http://schemas.openxmlformats.org/officeDocument/2006/relationships/tags" Target="../tags/tag178.xml"/><Relationship Id="rId11" Type="http://schemas.openxmlformats.org/officeDocument/2006/relationships/tags" Target="../tags/tag183.xml"/><Relationship Id="rId5" Type="http://schemas.openxmlformats.org/officeDocument/2006/relationships/tags" Target="../tags/tag177.xml"/><Relationship Id="rId15" Type="http://schemas.openxmlformats.org/officeDocument/2006/relationships/tags" Target="../tags/tag187.xml"/><Relationship Id="rId10" Type="http://schemas.openxmlformats.org/officeDocument/2006/relationships/tags" Target="../tags/tag182.xml"/><Relationship Id="rId4" Type="http://schemas.openxmlformats.org/officeDocument/2006/relationships/tags" Target="../tags/tag176.xml"/><Relationship Id="rId9" Type="http://schemas.openxmlformats.org/officeDocument/2006/relationships/tags" Target="../tags/tag181.xml"/><Relationship Id="rId14" Type="http://schemas.openxmlformats.org/officeDocument/2006/relationships/tags" Target="../tags/tag186.xml"/></Relationships>
</file>

<file path=ppt/slideLayouts/_rels/slideLayout23.xml.rels><?xml version="1.0" encoding="UTF-8" standalone="yes"?>
<Relationships xmlns="http://schemas.openxmlformats.org/package/2006/relationships"><Relationship Id="rId8" Type="http://schemas.openxmlformats.org/officeDocument/2006/relationships/tags" Target="../tags/tag196.xml"/><Relationship Id="rId13" Type="http://schemas.openxmlformats.org/officeDocument/2006/relationships/tags" Target="../tags/tag201.xml"/><Relationship Id="rId3" Type="http://schemas.openxmlformats.org/officeDocument/2006/relationships/tags" Target="../tags/tag191.xml"/><Relationship Id="rId7" Type="http://schemas.openxmlformats.org/officeDocument/2006/relationships/tags" Target="../tags/tag195.xml"/><Relationship Id="rId12" Type="http://schemas.openxmlformats.org/officeDocument/2006/relationships/tags" Target="../tags/tag200.xml"/><Relationship Id="rId2" Type="http://schemas.openxmlformats.org/officeDocument/2006/relationships/tags" Target="../tags/tag190.xml"/><Relationship Id="rId1" Type="http://schemas.openxmlformats.org/officeDocument/2006/relationships/tags" Target="../tags/tag189.xml"/><Relationship Id="rId6" Type="http://schemas.openxmlformats.org/officeDocument/2006/relationships/tags" Target="../tags/tag194.xml"/><Relationship Id="rId11" Type="http://schemas.openxmlformats.org/officeDocument/2006/relationships/tags" Target="../tags/tag199.xml"/><Relationship Id="rId5" Type="http://schemas.openxmlformats.org/officeDocument/2006/relationships/tags" Target="../tags/tag193.xml"/><Relationship Id="rId15" Type="http://schemas.openxmlformats.org/officeDocument/2006/relationships/slideMaster" Target="../slideMasters/slideMaster2.xml"/><Relationship Id="rId10" Type="http://schemas.openxmlformats.org/officeDocument/2006/relationships/tags" Target="../tags/tag198.xml"/><Relationship Id="rId4" Type="http://schemas.openxmlformats.org/officeDocument/2006/relationships/tags" Target="../tags/tag192.xml"/><Relationship Id="rId9" Type="http://schemas.openxmlformats.org/officeDocument/2006/relationships/tags" Target="../tags/tag197.xml"/><Relationship Id="rId14" Type="http://schemas.openxmlformats.org/officeDocument/2006/relationships/tags" Target="../tags/tag202.xml"/></Relationships>
</file>

<file path=ppt/slideLayouts/_rels/slideLayout24.xml.rels><?xml version="1.0" encoding="UTF-8" standalone="yes"?>
<Relationships xmlns="http://schemas.openxmlformats.org/package/2006/relationships"><Relationship Id="rId8" Type="http://schemas.openxmlformats.org/officeDocument/2006/relationships/tags" Target="../tags/tag210.xml"/><Relationship Id="rId13" Type="http://schemas.openxmlformats.org/officeDocument/2006/relationships/tags" Target="../tags/tag215.xml"/><Relationship Id="rId3" Type="http://schemas.openxmlformats.org/officeDocument/2006/relationships/tags" Target="../tags/tag205.xml"/><Relationship Id="rId7" Type="http://schemas.openxmlformats.org/officeDocument/2006/relationships/tags" Target="../tags/tag209.xml"/><Relationship Id="rId12" Type="http://schemas.openxmlformats.org/officeDocument/2006/relationships/tags" Target="../tags/tag214.xml"/><Relationship Id="rId17" Type="http://schemas.openxmlformats.org/officeDocument/2006/relationships/slideMaster" Target="../slideMasters/slideMaster2.xml"/><Relationship Id="rId2" Type="http://schemas.openxmlformats.org/officeDocument/2006/relationships/tags" Target="../tags/tag204.xml"/><Relationship Id="rId16" Type="http://schemas.openxmlformats.org/officeDocument/2006/relationships/tags" Target="../tags/tag218.xml"/><Relationship Id="rId1" Type="http://schemas.openxmlformats.org/officeDocument/2006/relationships/tags" Target="../tags/tag203.xml"/><Relationship Id="rId6" Type="http://schemas.openxmlformats.org/officeDocument/2006/relationships/tags" Target="../tags/tag208.xml"/><Relationship Id="rId11" Type="http://schemas.openxmlformats.org/officeDocument/2006/relationships/tags" Target="../tags/tag213.xml"/><Relationship Id="rId5" Type="http://schemas.openxmlformats.org/officeDocument/2006/relationships/tags" Target="../tags/tag207.xml"/><Relationship Id="rId15" Type="http://schemas.openxmlformats.org/officeDocument/2006/relationships/tags" Target="../tags/tag217.xml"/><Relationship Id="rId10" Type="http://schemas.openxmlformats.org/officeDocument/2006/relationships/tags" Target="../tags/tag212.xml"/><Relationship Id="rId4" Type="http://schemas.openxmlformats.org/officeDocument/2006/relationships/tags" Target="../tags/tag206.xml"/><Relationship Id="rId9" Type="http://schemas.openxmlformats.org/officeDocument/2006/relationships/tags" Target="../tags/tag211.xml"/><Relationship Id="rId14" Type="http://schemas.openxmlformats.org/officeDocument/2006/relationships/tags" Target="../tags/tag216.xml"/></Relationships>
</file>

<file path=ppt/slideLayouts/_rels/slideLayout25.xml.rels><?xml version="1.0" encoding="UTF-8" standalone="yes"?>
<Relationships xmlns="http://schemas.openxmlformats.org/package/2006/relationships"><Relationship Id="rId8" Type="http://schemas.openxmlformats.org/officeDocument/2006/relationships/tags" Target="../tags/tag226.xml"/><Relationship Id="rId13" Type="http://schemas.openxmlformats.org/officeDocument/2006/relationships/tags" Target="../tags/tag231.xml"/><Relationship Id="rId3" Type="http://schemas.openxmlformats.org/officeDocument/2006/relationships/tags" Target="../tags/tag221.xml"/><Relationship Id="rId7" Type="http://schemas.openxmlformats.org/officeDocument/2006/relationships/tags" Target="../tags/tag225.xml"/><Relationship Id="rId12" Type="http://schemas.openxmlformats.org/officeDocument/2006/relationships/tags" Target="../tags/tag230.xml"/><Relationship Id="rId17" Type="http://schemas.openxmlformats.org/officeDocument/2006/relationships/slideMaster" Target="../slideMasters/slideMaster2.xml"/><Relationship Id="rId2" Type="http://schemas.openxmlformats.org/officeDocument/2006/relationships/tags" Target="../tags/tag220.xml"/><Relationship Id="rId16" Type="http://schemas.openxmlformats.org/officeDocument/2006/relationships/tags" Target="../tags/tag234.xml"/><Relationship Id="rId1" Type="http://schemas.openxmlformats.org/officeDocument/2006/relationships/tags" Target="../tags/tag219.xml"/><Relationship Id="rId6" Type="http://schemas.openxmlformats.org/officeDocument/2006/relationships/tags" Target="../tags/tag224.xml"/><Relationship Id="rId11" Type="http://schemas.openxmlformats.org/officeDocument/2006/relationships/tags" Target="../tags/tag229.xml"/><Relationship Id="rId5" Type="http://schemas.openxmlformats.org/officeDocument/2006/relationships/tags" Target="../tags/tag223.xml"/><Relationship Id="rId15" Type="http://schemas.openxmlformats.org/officeDocument/2006/relationships/tags" Target="../tags/tag233.xml"/><Relationship Id="rId10" Type="http://schemas.openxmlformats.org/officeDocument/2006/relationships/tags" Target="../tags/tag228.xml"/><Relationship Id="rId4" Type="http://schemas.openxmlformats.org/officeDocument/2006/relationships/tags" Target="../tags/tag222.xml"/><Relationship Id="rId9" Type="http://schemas.openxmlformats.org/officeDocument/2006/relationships/tags" Target="../tags/tag227.xml"/><Relationship Id="rId14" Type="http://schemas.openxmlformats.org/officeDocument/2006/relationships/tags" Target="../tags/tag232.xml"/></Relationships>
</file>

<file path=ppt/slideLayouts/_rels/slideLayout26.xml.rels><?xml version="1.0" encoding="UTF-8" standalone="yes"?>
<Relationships xmlns="http://schemas.openxmlformats.org/package/2006/relationships"><Relationship Id="rId8" Type="http://schemas.openxmlformats.org/officeDocument/2006/relationships/tags" Target="../tags/tag242.xml"/><Relationship Id="rId13" Type="http://schemas.openxmlformats.org/officeDocument/2006/relationships/tags" Target="../tags/tag247.xml"/><Relationship Id="rId3" Type="http://schemas.openxmlformats.org/officeDocument/2006/relationships/tags" Target="../tags/tag237.xml"/><Relationship Id="rId7" Type="http://schemas.openxmlformats.org/officeDocument/2006/relationships/tags" Target="../tags/tag241.xml"/><Relationship Id="rId12" Type="http://schemas.openxmlformats.org/officeDocument/2006/relationships/tags" Target="../tags/tag246.xml"/><Relationship Id="rId17" Type="http://schemas.openxmlformats.org/officeDocument/2006/relationships/slideMaster" Target="../slideMasters/slideMaster2.xml"/><Relationship Id="rId2" Type="http://schemas.openxmlformats.org/officeDocument/2006/relationships/tags" Target="../tags/tag236.xml"/><Relationship Id="rId16" Type="http://schemas.openxmlformats.org/officeDocument/2006/relationships/tags" Target="../tags/tag250.xml"/><Relationship Id="rId1" Type="http://schemas.openxmlformats.org/officeDocument/2006/relationships/tags" Target="../tags/tag235.xml"/><Relationship Id="rId6" Type="http://schemas.openxmlformats.org/officeDocument/2006/relationships/tags" Target="../tags/tag240.xml"/><Relationship Id="rId11" Type="http://schemas.openxmlformats.org/officeDocument/2006/relationships/tags" Target="../tags/tag245.xml"/><Relationship Id="rId5" Type="http://schemas.openxmlformats.org/officeDocument/2006/relationships/tags" Target="../tags/tag239.xml"/><Relationship Id="rId15" Type="http://schemas.openxmlformats.org/officeDocument/2006/relationships/tags" Target="../tags/tag249.xml"/><Relationship Id="rId10" Type="http://schemas.openxmlformats.org/officeDocument/2006/relationships/tags" Target="../tags/tag244.xml"/><Relationship Id="rId4" Type="http://schemas.openxmlformats.org/officeDocument/2006/relationships/tags" Target="../tags/tag238.xml"/><Relationship Id="rId9" Type="http://schemas.openxmlformats.org/officeDocument/2006/relationships/tags" Target="../tags/tag243.xml"/><Relationship Id="rId14" Type="http://schemas.openxmlformats.org/officeDocument/2006/relationships/tags" Target="../tags/tag248.xml"/></Relationships>
</file>

<file path=ppt/slideLayouts/_rels/slideLayout27.xml.rels><?xml version="1.0" encoding="UTF-8" standalone="yes"?>
<Relationships xmlns="http://schemas.openxmlformats.org/package/2006/relationships"><Relationship Id="rId8" Type="http://schemas.openxmlformats.org/officeDocument/2006/relationships/tags" Target="../tags/tag258.xml"/><Relationship Id="rId13" Type="http://schemas.openxmlformats.org/officeDocument/2006/relationships/tags" Target="../tags/tag263.xml"/><Relationship Id="rId18" Type="http://schemas.openxmlformats.org/officeDocument/2006/relationships/slideMaster" Target="../slideMasters/slideMaster2.xml"/><Relationship Id="rId3" Type="http://schemas.openxmlformats.org/officeDocument/2006/relationships/tags" Target="../tags/tag253.xml"/><Relationship Id="rId7" Type="http://schemas.openxmlformats.org/officeDocument/2006/relationships/tags" Target="../tags/tag257.xml"/><Relationship Id="rId12" Type="http://schemas.openxmlformats.org/officeDocument/2006/relationships/tags" Target="../tags/tag262.xml"/><Relationship Id="rId17" Type="http://schemas.openxmlformats.org/officeDocument/2006/relationships/tags" Target="../tags/tag267.xml"/><Relationship Id="rId2" Type="http://schemas.openxmlformats.org/officeDocument/2006/relationships/tags" Target="../tags/tag252.xml"/><Relationship Id="rId16" Type="http://schemas.openxmlformats.org/officeDocument/2006/relationships/tags" Target="../tags/tag266.xml"/><Relationship Id="rId1" Type="http://schemas.openxmlformats.org/officeDocument/2006/relationships/tags" Target="../tags/tag251.xml"/><Relationship Id="rId6" Type="http://schemas.openxmlformats.org/officeDocument/2006/relationships/tags" Target="../tags/tag256.xml"/><Relationship Id="rId11" Type="http://schemas.openxmlformats.org/officeDocument/2006/relationships/tags" Target="../tags/tag261.xml"/><Relationship Id="rId5" Type="http://schemas.openxmlformats.org/officeDocument/2006/relationships/tags" Target="../tags/tag255.xml"/><Relationship Id="rId15" Type="http://schemas.openxmlformats.org/officeDocument/2006/relationships/tags" Target="../tags/tag265.xml"/><Relationship Id="rId10" Type="http://schemas.openxmlformats.org/officeDocument/2006/relationships/tags" Target="../tags/tag260.xml"/><Relationship Id="rId4" Type="http://schemas.openxmlformats.org/officeDocument/2006/relationships/tags" Target="../tags/tag254.xml"/><Relationship Id="rId9" Type="http://schemas.openxmlformats.org/officeDocument/2006/relationships/tags" Target="../tags/tag259.xml"/><Relationship Id="rId14" Type="http://schemas.openxmlformats.org/officeDocument/2006/relationships/tags" Target="../tags/tag264.xml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tags" Target="../tags/tag275.xml"/><Relationship Id="rId13" Type="http://schemas.openxmlformats.org/officeDocument/2006/relationships/tags" Target="../tags/tag280.xml"/><Relationship Id="rId3" Type="http://schemas.openxmlformats.org/officeDocument/2006/relationships/tags" Target="../tags/tag270.xml"/><Relationship Id="rId7" Type="http://schemas.openxmlformats.org/officeDocument/2006/relationships/tags" Target="../tags/tag274.xml"/><Relationship Id="rId12" Type="http://schemas.openxmlformats.org/officeDocument/2006/relationships/tags" Target="../tags/tag279.xml"/><Relationship Id="rId2" Type="http://schemas.openxmlformats.org/officeDocument/2006/relationships/tags" Target="../tags/tag269.xml"/><Relationship Id="rId1" Type="http://schemas.openxmlformats.org/officeDocument/2006/relationships/tags" Target="../tags/tag268.xml"/><Relationship Id="rId6" Type="http://schemas.openxmlformats.org/officeDocument/2006/relationships/tags" Target="../tags/tag273.xml"/><Relationship Id="rId11" Type="http://schemas.openxmlformats.org/officeDocument/2006/relationships/tags" Target="../tags/tag278.xml"/><Relationship Id="rId5" Type="http://schemas.openxmlformats.org/officeDocument/2006/relationships/tags" Target="../tags/tag272.xml"/><Relationship Id="rId10" Type="http://schemas.openxmlformats.org/officeDocument/2006/relationships/tags" Target="../tags/tag277.xml"/><Relationship Id="rId4" Type="http://schemas.openxmlformats.org/officeDocument/2006/relationships/tags" Target="../tags/tag271.xml"/><Relationship Id="rId9" Type="http://schemas.openxmlformats.org/officeDocument/2006/relationships/tags" Target="../tags/tag276.xml"/><Relationship Id="rId14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8" Type="http://schemas.openxmlformats.org/officeDocument/2006/relationships/tags" Target="../tags/tag288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283.xml"/><Relationship Id="rId7" Type="http://schemas.openxmlformats.org/officeDocument/2006/relationships/tags" Target="../tags/tag287.xml"/><Relationship Id="rId12" Type="http://schemas.openxmlformats.org/officeDocument/2006/relationships/tags" Target="../tags/tag292.xml"/><Relationship Id="rId2" Type="http://schemas.openxmlformats.org/officeDocument/2006/relationships/tags" Target="../tags/tag282.xml"/><Relationship Id="rId1" Type="http://schemas.openxmlformats.org/officeDocument/2006/relationships/tags" Target="../tags/tag281.xml"/><Relationship Id="rId6" Type="http://schemas.openxmlformats.org/officeDocument/2006/relationships/tags" Target="../tags/tag286.xml"/><Relationship Id="rId11" Type="http://schemas.openxmlformats.org/officeDocument/2006/relationships/tags" Target="../tags/tag291.xml"/><Relationship Id="rId5" Type="http://schemas.openxmlformats.org/officeDocument/2006/relationships/tags" Target="../tags/tag285.xml"/><Relationship Id="rId15" Type="http://schemas.microsoft.com/office/2007/relationships/hdphoto" Target="../media/hdphoto2.wdp"/><Relationship Id="rId10" Type="http://schemas.openxmlformats.org/officeDocument/2006/relationships/tags" Target="../tags/tag290.xml"/><Relationship Id="rId4" Type="http://schemas.openxmlformats.org/officeDocument/2006/relationships/tags" Target="../tags/tag284.xml"/><Relationship Id="rId9" Type="http://schemas.openxmlformats.org/officeDocument/2006/relationships/tags" Target="../tags/tag289.xml"/><Relationship Id="rId14" Type="http://schemas.openxmlformats.org/officeDocument/2006/relationships/image" Target="../media/image2.png"/></Relationships>
</file>

<file path=ppt/slideLayouts/_rels/slideLayout30.xml.rels><?xml version="1.0" encoding="UTF-8" standalone="yes"?>
<Relationships xmlns="http://schemas.openxmlformats.org/package/2006/relationships"><Relationship Id="rId8" Type="http://schemas.openxmlformats.org/officeDocument/2006/relationships/tags" Target="../tags/tag300.xml"/><Relationship Id="rId13" Type="http://schemas.openxmlformats.org/officeDocument/2006/relationships/tags" Target="../tags/tag305.xml"/><Relationship Id="rId18" Type="http://schemas.openxmlformats.org/officeDocument/2006/relationships/tags" Target="../tags/tag310.xml"/><Relationship Id="rId3" Type="http://schemas.openxmlformats.org/officeDocument/2006/relationships/tags" Target="../tags/tag295.xml"/><Relationship Id="rId21" Type="http://schemas.openxmlformats.org/officeDocument/2006/relationships/tags" Target="../tags/tag313.xml"/><Relationship Id="rId7" Type="http://schemas.openxmlformats.org/officeDocument/2006/relationships/tags" Target="../tags/tag299.xml"/><Relationship Id="rId12" Type="http://schemas.openxmlformats.org/officeDocument/2006/relationships/tags" Target="../tags/tag304.xml"/><Relationship Id="rId17" Type="http://schemas.openxmlformats.org/officeDocument/2006/relationships/tags" Target="../tags/tag309.xml"/><Relationship Id="rId2" Type="http://schemas.openxmlformats.org/officeDocument/2006/relationships/tags" Target="../tags/tag294.xml"/><Relationship Id="rId16" Type="http://schemas.openxmlformats.org/officeDocument/2006/relationships/tags" Target="../tags/tag308.xml"/><Relationship Id="rId20" Type="http://schemas.openxmlformats.org/officeDocument/2006/relationships/tags" Target="../tags/tag312.xml"/><Relationship Id="rId1" Type="http://schemas.openxmlformats.org/officeDocument/2006/relationships/tags" Target="../tags/tag293.xml"/><Relationship Id="rId6" Type="http://schemas.openxmlformats.org/officeDocument/2006/relationships/tags" Target="../tags/tag298.xml"/><Relationship Id="rId11" Type="http://schemas.openxmlformats.org/officeDocument/2006/relationships/tags" Target="../tags/tag303.xml"/><Relationship Id="rId24" Type="http://schemas.openxmlformats.org/officeDocument/2006/relationships/slideMaster" Target="../slideMasters/slideMaster2.xml"/><Relationship Id="rId5" Type="http://schemas.openxmlformats.org/officeDocument/2006/relationships/tags" Target="../tags/tag297.xml"/><Relationship Id="rId15" Type="http://schemas.openxmlformats.org/officeDocument/2006/relationships/tags" Target="../tags/tag307.xml"/><Relationship Id="rId23" Type="http://schemas.openxmlformats.org/officeDocument/2006/relationships/tags" Target="../tags/tag315.xml"/><Relationship Id="rId10" Type="http://schemas.openxmlformats.org/officeDocument/2006/relationships/tags" Target="../tags/tag302.xml"/><Relationship Id="rId19" Type="http://schemas.openxmlformats.org/officeDocument/2006/relationships/tags" Target="../tags/tag311.xml"/><Relationship Id="rId4" Type="http://schemas.openxmlformats.org/officeDocument/2006/relationships/tags" Target="../tags/tag296.xml"/><Relationship Id="rId9" Type="http://schemas.openxmlformats.org/officeDocument/2006/relationships/tags" Target="../tags/tag301.xml"/><Relationship Id="rId14" Type="http://schemas.openxmlformats.org/officeDocument/2006/relationships/tags" Target="../tags/tag306.xml"/><Relationship Id="rId22" Type="http://schemas.openxmlformats.org/officeDocument/2006/relationships/tags" Target="../tags/tag314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tags" Target="../tags/tag318.xml"/><Relationship Id="rId2" Type="http://schemas.openxmlformats.org/officeDocument/2006/relationships/tags" Target="../tags/tag317.xml"/><Relationship Id="rId1" Type="http://schemas.openxmlformats.org/officeDocument/2006/relationships/tags" Target="../tags/tag316.xml"/><Relationship Id="rId6" Type="http://schemas.openxmlformats.org/officeDocument/2006/relationships/slideMaster" Target="../slideMasters/slideMaster2.xml"/><Relationship Id="rId5" Type="http://schemas.openxmlformats.org/officeDocument/2006/relationships/tags" Target="../tags/tag320.xml"/><Relationship Id="rId4" Type="http://schemas.openxmlformats.org/officeDocument/2006/relationships/tags" Target="../tags/tag319.xml"/></Relationships>
</file>

<file path=ppt/slideLayouts/_rels/slideLayout32.xml.rels><?xml version="1.0" encoding="UTF-8" standalone="yes"?>
<Relationships xmlns="http://schemas.openxmlformats.org/package/2006/relationships"><Relationship Id="rId8" Type="http://schemas.openxmlformats.org/officeDocument/2006/relationships/tags" Target="../tags/tag328.xml"/><Relationship Id="rId13" Type="http://schemas.microsoft.com/office/2007/relationships/hdphoto" Target="../media/hdphoto1.wdp"/><Relationship Id="rId3" Type="http://schemas.openxmlformats.org/officeDocument/2006/relationships/tags" Target="../tags/tag323.xml"/><Relationship Id="rId7" Type="http://schemas.openxmlformats.org/officeDocument/2006/relationships/tags" Target="../tags/tag327.xml"/><Relationship Id="rId12" Type="http://schemas.openxmlformats.org/officeDocument/2006/relationships/image" Target="../media/image1.png"/><Relationship Id="rId2" Type="http://schemas.openxmlformats.org/officeDocument/2006/relationships/tags" Target="../tags/tag322.xml"/><Relationship Id="rId1" Type="http://schemas.openxmlformats.org/officeDocument/2006/relationships/tags" Target="../tags/tag321.xml"/><Relationship Id="rId6" Type="http://schemas.openxmlformats.org/officeDocument/2006/relationships/tags" Target="../tags/tag326.xml"/><Relationship Id="rId11" Type="http://schemas.openxmlformats.org/officeDocument/2006/relationships/slideMaster" Target="../slideMasters/slideMaster2.xml"/><Relationship Id="rId5" Type="http://schemas.openxmlformats.org/officeDocument/2006/relationships/tags" Target="../tags/tag325.xml"/><Relationship Id="rId10" Type="http://schemas.openxmlformats.org/officeDocument/2006/relationships/tags" Target="../tags/tag330.xml"/><Relationship Id="rId4" Type="http://schemas.openxmlformats.org/officeDocument/2006/relationships/tags" Target="../tags/tag324.xml"/><Relationship Id="rId9" Type="http://schemas.openxmlformats.org/officeDocument/2006/relationships/tags" Target="../tags/tag329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tags" Target="../tags/tag333.xml"/><Relationship Id="rId7" Type="http://schemas.openxmlformats.org/officeDocument/2006/relationships/slideMaster" Target="../slideMasters/slideMaster2.xml"/><Relationship Id="rId2" Type="http://schemas.openxmlformats.org/officeDocument/2006/relationships/tags" Target="../tags/tag332.xml"/><Relationship Id="rId1" Type="http://schemas.openxmlformats.org/officeDocument/2006/relationships/tags" Target="../tags/tag331.xml"/><Relationship Id="rId6" Type="http://schemas.openxmlformats.org/officeDocument/2006/relationships/tags" Target="../tags/tag336.xml"/><Relationship Id="rId5" Type="http://schemas.openxmlformats.org/officeDocument/2006/relationships/tags" Target="../tags/tag335.xml"/><Relationship Id="rId4" Type="http://schemas.openxmlformats.org/officeDocument/2006/relationships/tags" Target="../tags/tag334.xml"/></Relationships>
</file>

<file path=ppt/slideLayouts/_rels/slideLayout34.xml.rels><?xml version="1.0" encoding="UTF-8" standalone="yes"?>
<Relationships xmlns="http://schemas.openxmlformats.org/package/2006/relationships"><Relationship Id="rId8" Type="http://schemas.openxmlformats.org/officeDocument/2006/relationships/tags" Target="../tags/tag344.xml"/><Relationship Id="rId3" Type="http://schemas.openxmlformats.org/officeDocument/2006/relationships/tags" Target="../tags/tag339.xml"/><Relationship Id="rId7" Type="http://schemas.openxmlformats.org/officeDocument/2006/relationships/tags" Target="../tags/tag343.xml"/><Relationship Id="rId2" Type="http://schemas.openxmlformats.org/officeDocument/2006/relationships/tags" Target="../tags/tag338.xml"/><Relationship Id="rId1" Type="http://schemas.openxmlformats.org/officeDocument/2006/relationships/tags" Target="../tags/tag337.xml"/><Relationship Id="rId6" Type="http://schemas.openxmlformats.org/officeDocument/2006/relationships/tags" Target="../tags/tag342.xml"/><Relationship Id="rId5" Type="http://schemas.openxmlformats.org/officeDocument/2006/relationships/tags" Target="../tags/tag341.xml"/><Relationship Id="rId4" Type="http://schemas.openxmlformats.org/officeDocument/2006/relationships/tags" Target="../tags/tag340.xml"/><Relationship Id="rId9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tags" Target="../tags/tag347.xml"/><Relationship Id="rId2" Type="http://schemas.openxmlformats.org/officeDocument/2006/relationships/tags" Target="../tags/tag346.xml"/><Relationship Id="rId1" Type="http://schemas.openxmlformats.org/officeDocument/2006/relationships/tags" Target="../tags/tag345.xml"/><Relationship Id="rId5" Type="http://schemas.openxmlformats.org/officeDocument/2006/relationships/slideMaster" Target="../slideMasters/slideMaster2.xml"/><Relationship Id="rId4" Type="http://schemas.openxmlformats.org/officeDocument/2006/relationships/tags" Target="../tags/tag348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tags" Target="../tags/tag351.xml"/><Relationship Id="rId2" Type="http://schemas.openxmlformats.org/officeDocument/2006/relationships/tags" Target="../tags/tag350.xml"/><Relationship Id="rId1" Type="http://schemas.openxmlformats.org/officeDocument/2006/relationships/tags" Target="../tags/tag349.xml"/><Relationship Id="rId4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tags" Target="../tags/tag354.xml"/><Relationship Id="rId2" Type="http://schemas.openxmlformats.org/officeDocument/2006/relationships/tags" Target="../tags/tag353.xml"/><Relationship Id="rId1" Type="http://schemas.openxmlformats.org/officeDocument/2006/relationships/tags" Target="../tags/tag352.xml"/><Relationship Id="rId5" Type="http://schemas.openxmlformats.org/officeDocument/2006/relationships/slideMaster" Target="../slideMasters/slideMaster2.xml"/><Relationship Id="rId4" Type="http://schemas.openxmlformats.org/officeDocument/2006/relationships/tags" Target="../tags/tag355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tags" Target="../tags/tag358.xml"/><Relationship Id="rId2" Type="http://schemas.openxmlformats.org/officeDocument/2006/relationships/tags" Target="../tags/tag357.xml"/><Relationship Id="rId1" Type="http://schemas.openxmlformats.org/officeDocument/2006/relationships/tags" Target="../tags/tag356.xml"/><Relationship Id="rId6" Type="http://schemas.openxmlformats.org/officeDocument/2006/relationships/slideMaster" Target="../slideMasters/slideMaster2.xml"/><Relationship Id="rId5" Type="http://schemas.openxmlformats.org/officeDocument/2006/relationships/tags" Target="../tags/tag360.xml"/><Relationship Id="rId4" Type="http://schemas.openxmlformats.org/officeDocument/2006/relationships/tags" Target="../tags/tag359.xml"/></Relationships>
</file>

<file path=ppt/slideLayouts/_rels/slideLayout39.xml.rels><?xml version="1.0" encoding="UTF-8" standalone="yes"?>
<Relationships xmlns="http://schemas.openxmlformats.org/package/2006/relationships"><Relationship Id="rId8" Type="http://schemas.openxmlformats.org/officeDocument/2006/relationships/tags" Target="../tags/tag368.xml"/><Relationship Id="rId13" Type="http://schemas.openxmlformats.org/officeDocument/2006/relationships/tags" Target="../tags/tag373.xml"/><Relationship Id="rId18" Type="http://schemas.openxmlformats.org/officeDocument/2006/relationships/tags" Target="../tags/tag378.xml"/><Relationship Id="rId26" Type="http://schemas.openxmlformats.org/officeDocument/2006/relationships/tags" Target="../tags/tag386.xml"/><Relationship Id="rId3" Type="http://schemas.openxmlformats.org/officeDocument/2006/relationships/tags" Target="../tags/tag363.xml"/><Relationship Id="rId21" Type="http://schemas.openxmlformats.org/officeDocument/2006/relationships/tags" Target="../tags/tag381.xml"/><Relationship Id="rId7" Type="http://schemas.openxmlformats.org/officeDocument/2006/relationships/tags" Target="../tags/tag367.xml"/><Relationship Id="rId12" Type="http://schemas.openxmlformats.org/officeDocument/2006/relationships/tags" Target="../tags/tag372.xml"/><Relationship Id="rId17" Type="http://schemas.openxmlformats.org/officeDocument/2006/relationships/tags" Target="../tags/tag377.xml"/><Relationship Id="rId25" Type="http://schemas.openxmlformats.org/officeDocument/2006/relationships/tags" Target="../tags/tag385.xml"/><Relationship Id="rId2" Type="http://schemas.openxmlformats.org/officeDocument/2006/relationships/tags" Target="../tags/tag362.xml"/><Relationship Id="rId16" Type="http://schemas.openxmlformats.org/officeDocument/2006/relationships/tags" Target="../tags/tag376.xml"/><Relationship Id="rId20" Type="http://schemas.openxmlformats.org/officeDocument/2006/relationships/tags" Target="../tags/tag380.xml"/><Relationship Id="rId29" Type="http://schemas.microsoft.com/office/2007/relationships/hdphoto" Target="../media/hdphoto1.wdp"/><Relationship Id="rId1" Type="http://schemas.openxmlformats.org/officeDocument/2006/relationships/tags" Target="../tags/tag361.xml"/><Relationship Id="rId6" Type="http://schemas.openxmlformats.org/officeDocument/2006/relationships/tags" Target="../tags/tag366.xml"/><Relationship Id="rId11" Type="http://schemas.openxmlformats.org/officeDocument/2006/relationships/tags" Target="../tags/tag371.xml"/><Relationship Id="rId24" Type="http://schemas.openxmlformats.org/officeDocument/2006/relationships/tags" Target="../tags/tag384.xml"/><Relationship Id="rId5" Type="http://schemas.openxmlformats.org/officeDocument/2006/relationships/tags" Target="../tags/tag365.xml"/><Relationship Id="rId15" Type="http://schemas.openxmlformats.org/officeDocument/2006/relationships/tags" Target="../tags/tag375.xml"/><Relationship Id="rId23" Type="http://schemas.openxmlformats.org/officeDocument/2006/relationships/tags" Target="../tags/tag383.xml"/><Relationship Id="rId28" Type="http://schemas.openxmlformats.org/officeDocument/2006/relationships/image" Target="../media/image1.png"/><Relationship Id="rId10" Type="http://schemas.openxmlformats.org/officeDocument/2006/relationships/tags" Target="../tags/tag370.xml"/><Relationship Id="rId19" Type="http://schemas.openxmlformats.org/officeDocument/2006/relationships/tags" Target="../tags/tag379.xml"/><Relationship Id="rId4" Type="http://schemas.openxmlformats.org/officeDocument/2006/relationships/tags" Target="../tags/tag364.xml"/><Relationship Id="rId9" Type="http://schemas.openxmlformats.org/officeDocument/2006/relationships/tags" Target="../tags/tag369.xml"/><Relationship Id="rId14" Type="http://schemas.openxmlformats.org/officeDocument/2006/relationships/tags" Target="../tags/tag374.xml"/><Relationship Id="rId22" Type="http://schemas.openxmlformats.org/officeDocument/2006/relationships/tags" Target="../tags/tag382.xml"/><Relationship Id="rId27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8" Type="http://schemas.openxmlformats.org/officeDocument/2006/relationships/tags" Target="../tags/tag394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389.xml"/><Relationship Id="rId7" Type="http://schemas.openxmlformats.org/officeDocument/2006/relationships/tags" Target="../tags/tag393.xml"/><Relationship Id="rId12" Type="http://schemas.openxmlformats.org/officeDocument/2006/relationships/tags" Target="../tags/tag398.xml"/><Relationship Id="rId2" Type="http://schemas.openxmlformats.org/officeDocument/2006/relationships/tags" Target="../tags/tag388.xml"/><Relationship Id="rId1" Type="http://schemas.openxmlformats.org/officeDocument/2006/relationships/tags" Target="../tags/tag387.xml"/><Relationship Id="rId6" Type="http://schemas.openxmlformats.org/officeDocument/2006/relationships/tags" Target="../tags/tag392.xml"/><Relationship Id="rId11" Type="http://schemas.openxmlformats.org/officeDocument/2006/relationships/tags" Target="../tags/tag397.xml"/><Relationship Id="rId5" Type="http://schemas.openxmlformats.org/officeDocument/2006/relationships/tags" Target="../tags/tag391.xml"/><Relationship Id="rId15" Type="http://schemas.microsoft.com/office/2007/relationships/hdphoto" Target="../media/hdphoto2.wdp"/><Relationship Id="rId10" Type="http://schemas.openxmlformats.org/officeDocument/2006/relationships/tags" Target="../tags/tag396.xml"/><Relationship Id="rId4" Type="http://schemas.openxmlformats.org/officeDocument/2006/relationships/tags" Target="../tags/tag390.xml"/><Relationship Id="rId9" Type="http://schemas.openxmlformats.org/officeDocument/2006/relationships/tags" Target="../tags/tag395.xml"/><Relationship Id="rId14" Type="http://schemas.openxmlformats.org/officeDocument/2006/relationships/image" Target="../media/image2.png"/></Relationships>
</file>

<file path=ppt/slideLayouts/_rels/slideLayout41.xml.rels><?xml version="1.0" encoding="UTF-8" standalone="yes"?>
<Relationships xmlns="http://schemas.openxmlformats.org/package/2006/relationships"><Relationship Id="rId8" Type="http://schemas.openxmlformats.org/officeDocument/2006/relationships/tags" Target="../tags/tag406.xml"/><Relationship Id="rId3" Type="http://schemas.openxmlformats.org/officeDocument/2006/relationships/tags" Target="../tags/tag401.xml"/><Relationship Id="rId7" Type="http://schemas.openxmlformats.org/officeDocument/2006/relationships/tags" Target="../tags/tag405.xml"/><Relationship Id="rId12" Type="http://schemas.microsoft.com/office/2007/relationships/hdphoto" Target="../media/hdphoto1.wdp"/><Relationship Id="rId2" Type="http://schemas.openxmlformats.org/officeDocument/2006/relationships/tags" Target="../tags/tag400.xml"/><Relationship Id="rId1" Type="http://schemas.openxmlformats.org/officeDocument/2006/relationships/tags" Target="../tags/tag399.xml"/><Relationship Id="rId6" Type="http://schemas.openxmlformats.org/officeDocument/2006/relationships/tags" Target="../tags/tag404.xml"/><Relationship Id="rId11" Type="http://schemas.openxmlformats.org/officeDocument/2006/relationships/image" Target="../media/image1.png"/><Relationship Id="rId5" Type="http://schemas.openxmlformats.org/officeDocument/2006/relationships/tags" Target="../tags/tag403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402.xml"/><Relationship Id="rId9" Type="http://schemas.openxmlformats.org/officeDocument/2006/relationships/tags" Target="../tags/tag40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3968" y="136131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3968" y="384098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184" y="523097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184" y="1983597"/>
            <a:ext cx="10515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184" y="523097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184" y="1983597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184" y="1983597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039" y="516256"/>
            <a:ext cx="10515890" cy="132434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039" y="1935192"/>
            <a:ext cx="5163349" cy="827712"/>
          </a:xfr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8039" y="2818085"/>
            <a:ext cx="5163349" cy="352369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66931" y="1935192"/>
            <a:ext cx="5186998" cy="827712"/>
          </a:xfr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66931" y="2818085"/>
            <a:ext cx="5186998" cy="352369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184" y="723122"/>
            <a:ext cx="4165349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1584" y="723123"/>
            <a:ext cx="6172200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8184" y="2323322"/>
            <a:ext cx="4165349" cy="3811588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884" y="523097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184" y="523097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838184" y="523097"/>
            <a:ext cx="10515600" cy="58118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结束页_1_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: 形状 59"/>
          <p:cNvSpPr/>
          <p:nvPr userDrawn="1">
            <p:custDataLst>
              <p:tags r:id="rId1"/>
            </p:custDataLst>
          </p:nvPr>
        </p:nvSpPr>
        <p:spPr>
          <a:xfrm>
            <a:off x="7687945" y="4854575"/>
            <a:ext cx="4502785" cy="2003425"/>
          </a:xfrm>
          <a:custGeom>
            <a:avLst/>
            <a:gdLst>
              <a:gd name="connsiteX0" fmla="*/ 3422801 w 5407679"/>
              <a:gd name="connsiteY0" fmla="*/ 0 h 2406016"/>
              <a:gd name="connsiteX1" fmla="*/ 5236006 w 5407679"/>
              <a:gd name="connsiteY1" fmla="*/ 482624 h 2406016"/>
              <a:gd name="connsiteX2" fmla="*/ 5407679 w 5407679"/>
              <a:gd name="connsiteY2" fmla="*/ 589781 h 2406016"/>
              <a:gd name="connsiteX3" fmla="*/ 5407679 w 5407679"/>
              <a:gd name="connsiteY3" fmla="*/ 2406016 h 2406016"/>
              <a:gd name="connsiteX4" fmla="*/ 0 w 5407679"/>
              <a:gd name="connsiteY4" fmla="*/ 2406016 h 2406016"/>
              <a:gd name="connsiteX5" fmla="*/ 66315 w 5407679"/>
              <a:gd name="connsiteY5" fmla="*/ 2224829 h 2406016"/>
              <a:gd name="connsiteX6" fmla="*/ 3422801 w 5407679"/>
              <a:gd name="connsiteY6" fmla="*/ 0 h 24060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07679" h="2406016">
                <a:moveTo>
                  <a:pt x="3422801" y="0"/>
                </a:moveTo>
                <a:cubicBezTo>
                  <a:pt x="4082935" y="0"/>
                  <a:pt x="4702056" y="175595"/>
                  <a:pt x="5236006" y="482624"/>
                </a:cubicBezTo>
                <a:lnTo>
                  <a:pt x="5407679" y="589781"/>
                </a:lnTo>
                <a:lnTo>
                  <a:pt x="5407679" y="2406016"/>
                </a:lnTo>
                <a:lnTo>
                  <a:pt x="0" y="2406016"/>
                </a:lnTo>
                <a:lnTo>
                  <a:pt x="66315" y="2224829"/>
                </a:lnTo>
                <a:cubicBezTo>
                  <a:pt x="619315" y="917391"/>
                  <a:pt x="1913924" y="0"/>
                  <a:pt x="3422801" y="0"/>
                </a:cubicBezTo>
                <a:close/>
              </a:path>
            </a:pathLst>
          </a:custGeom>
          <a:solidFill>
            <a:schemeClr val="accent4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accent4"/>
              </a:solidFill>
              <a:cs typeface="MiSans Bold" panose="00000800000000000000" pitchFamily="2" charset="-122"/>
            </a:endParaRPr>
          </a:p>
        </p:txBody>
      </p:sp>
      <p:pic>
        <p:nvPicPr>
          <p:cNvPr id="12" name="图片 11" descr="城市的高楼大厦&#10;&#10;描述已自动生成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11" cstate="print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9393" b="4831"/>
          <a:stretch>
            <a:fillRect/>
          </a:stretch>
        </p:blipFill>
        <p:spPr>
          <a:xfrm>
            <a:off x="0" y="0"/>
            <a:ext cx="12192098" cy="6159090"/>
          </a:xfrm>
          <a:prstGeom prst="rect">
            <a:avLst/>
          </a:prstGeom>
        </p:spPr>
      </p:pic>
      <p:sp>
        <p:nvSpPr>
          <p:cNvPr id="3" name="矩形 2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2192000" cy="6158865"/>
          </a:xfrm>
          <a:prstGeom prst="rect">
            <a:avLst/>
          </a:prstGeom>
          <a:gradFill>
            <a:gsLst>
              <a:gs pos="0">
                <a:schemeClr val="accent1">
                  <a:alpha val="90000"/>
                </a:schemeClr>
              </a:gs>
              <a:gs pos="100000">
                <a:schemeClr val="accent1">
                  <a:alpha val="6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4" name="矩形 3"/>
          <p:cNvSpPr/>
          <p:nvPr userDrawn="1">
            <p:custDataLst>
              <p:tags r:id="rId4"/>
            </p:custDataLst>
          </p:nvPr>
        </p:nvSpPr>
        <p:spPr>
          <a:xfrm>
            <a:off x="-49" y="6088077"/>
            <a:ext cx="12192098" cy="1520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/>
              </a:solidFill>
              <a:cs typeface="MiSans Bold" panose="00000800000000000000" pitchFamily="2" charset="-122"/>
            </a:endParaRPr>
          </a:p>
        </p:txBody>
      </p:sp>
      <p:grpSp>
        <p:nvGrpSpPr>
          <p:cNvPr id="5" name="组合 4"/>
          <p:cNvGrpSpPr/>
          <p:nvPr userDrawn="1"/>
        </p:nvGrpSpPr>
        <p:grpSpPr>
          <a:xfrm>
            <a:off x="11078210" y="581660"/>
            <a:ext cx="622935" cy="91440"/>
            <a:chOff x="17169" y="614"/>
            <a:chExt cx="981" cy="144"/>
          </a:xfrm>
        </p:grpSpPr>
        <p:sp>
          <p:nvSpPr>
            <p:cNvPr id="9" name="椭圆 5"/>
            <p:cNvSpPr/>
            <p:nvPr userDrawn="1">
              <p:custDataLst>
                <p:tags r:id="rId7"/>
              </p:custDataLst>
            </p:nvPr>
          </p:nvSpPr>
          <p:spPr>
            <a:xfrm>
              <a:off x="17169" y="614"/>
              <a:ext cx="144" cy="14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MiSans Bold" panose="00000800000000000000" pitchFamily="2" charset="-122"/>
              </a:endParaRPr>
            </a:p>
          </p:txBody>
        </p:sp>
        <p:sp>
          <p:nvSpPr>
            <p:cNvPr id="7" name="椭圆 6"/>
            <p:cNvSpPr/>
            <p:nvPr userDrawn="1">
              <p:custDataLst>
                <p:tags r:id="rId8"/>
              </p:custDataLst>
            </p:nvPr>
          </p:nvSpPr>
          <p:spPr>
            <a:xfrm>
              <a:off x="17588" y="614"/>
              <a:ext cx="144" cy="144"/>
            </a:xfrm>
            <a:prstGeom prst="ellipse">
              <a:avLst/>
            </a:prstGeom>
            <a:solidFill>
              <a:schemeClr val="accent2">
                <a:alpha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MiSans Bold" panose="00000800000000000000" pitchFamily="2" charset="-122"/>
              </a:endParaRPr>
            </a:p>
          </p:txBody>
        </p:sp>
        <p:sp>
          <p:nvSpPr>
            <p:cNvPr id="11" name="椭圆 10"/>
            <p:cNvSpPr/>
            <p:nvPr userDrawn="1">
              <p:custDataLst>
                <p:tags r:id="rId9"/>
              </p:custDataLst>
            </p:nvPr>
          </p:nvSpPr>
          <p:spPr>
            <a:xfrm>
              <a:off x="18006" y="614"/>
              <a:ext cx="144" cy="14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MiSans Bold" panose="00000800000000000000" pitchFamily="2" charset="-122"/>
              </a:endParaRPr>
            </a:p>
          </p:txBody>
        </p:sp>
      </p:grpSp>
      <p:sp>
        <p:nvSpPr>
          <p:cNvPr id="10" name="Subtitle 9"/>
          <p:cNvSpPr>
            <a:spLocks noGrp="1"/>
          </p:cNvSpPr>
          <p:nvPr>
            <p:ph type="body" idx="16386" hasCustomPrompt="1"/>
            <p:custDataLst>
              <p:tags r:id="rId5"/>
            </p:custDataLst>
          </p:nvPr>
        </p:nvSpPr>
        <p:spPr>
          <a:xfrm>
            <a:off x="1016000" y="2159000"/>
            <a:ext cx="5449358" cy="457200"/>
          </a:xfrm>
          <a:noFill/>
        </p:spPr>
        <p:txBody>
          <a:bodyPr vert="horz"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THE END</a:t>
            </a:r>
          </a:p>
        </p:txBody>
      </p:sp>
      <p:sp>
        <p:nvSpPr>
          <p:cNvPr id="6" name="标题 1"/>
          <p:cNvSpPr>
            <a:spLocks noGrp="1"/>
          </p:cNvSpPr>
          <p:nvPr>
            <p:ph type="ctrTitle" idx="16385" hasCustomPrompt="1"/>
            <p:custDataLst>
              <p:tags r:id="rId6"/>
            </p:custDataLst>
          </p:nvPr>
        </p:nvSpPr>
        <p:spPr>
          <a:xfrm>
            <a:off x="1016000" y="2667000"/>
            <a:ext cx="5451122" cy="1016000"/>
          </a:xfrm>
        </p:spPr>
        <p:txBody>
          <a:bodyPr vert="horz" wrap="square" lIns="0" tIns="0" rIns="0" bIns="0" anchor="t" anchorCtr="0">
            <a:normAutofit/>
          </a:bodyPr>
          <a:lstStyle>
            <a:lvl1pPr marL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6400" spc="0">
                <a:solidFill>
                  <a:srgbClr val="FFFFFF"/>
                </a:solidFill>
              </a:defRPr>
            </a:lvl1pPr>
          </a:lstStyle>
          <a:p>
            <a:r>
              <a:rPr lang="zh-CN" altLang="en-US" dirty="0"/>
              <a:t>谢谢观看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59_1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内容占位符 11"/>
          <p:cNvSpPr>
            <a:spLocks noGrp="1"/>
          </p:cNvSpPr>
          <p:nvPr>
            <p:ph idx="16392" hasCustomPrompt="1"/>
            <p:custDataLst>
              <p:tags r:id="rId5"/>
            </p:custDataLst>
          </p:nvPr>
        </p:nvSpPr>
        <p:spPr>
          <a:xfrm>
            <a:off x="609600" y="3708400"/>
            <a:ext cx="10972800" cy="2540000"/>
          </a:xfrm>
          <a:custGeom>
            <a:avLst/>
            <a:gdLst>
              <a:gd name="connisteX0" fmla="*/ 0 w 10972800"/>
              <a:gd name="connsiteY0" fmla="*/ 203200 h 2540000"/>
              <a:gd name="connisteX1" fmla="*/ 203200 w 10972800"/>
              <a:gd name="connsiteY1" fmla="*/ 0 h 2540000"/>
              <a:gd name="connisteX2" fmla="*/ 10769600 w 10972800"/>
              <a:gd name="connsiteY2" fmla="*/ 0 h 2540000"/>
              <a:gd name="connisteX3" fmla="*/ 10972800 w 10972800"/>
              <a:gd name="connsiteY3" fmla="*/ 203200 h 2540000"/>
              <a:gd name="connisteX4" fmla="*/ 10972800 w 10972800"/>
              <a:gd name="connsiteY4" fmla="*/ 2336800 h 2540000"/>
              <a:gd name="connisteX5" fmla="*/ 10769600 w 10972800"/>
              <a:gd name="connsiteY5" fmla="*/ 2540000 h 2540000"/>
              <a:gd name="connisteX6" fmla="*/ 203200 w 10972800"/>
              <a:gd name="connsiteY6" fmla="*/ 2540000 h 2540000"/>
              <a:gd name="connisteX7" fmla="*/ 0 w 10972800"/>
              <a:gd name="connsiteY7" fmla="*/ 2336800 h 2540000"/>
              <a:gd name="connisteX8" fmla="*/ 0 w 10972800"/>
              <a:gd name="connsiteY8" fmla="*/ 203200 h 2540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10972800" h="2540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10769600" y="0"/>
                </a:lnTo>
                <a:cubicBezTo>
                  <a:pt x="10881824" y="0"/>
                  <a:pt x="10972800" y="90976"/>
                  <a:pt x="10972800" y="203200"/>
                </a:cubicBezTo>
                <a:lnTo>
                  <a:pt x="10972800" y="2336800"/>
                </a:lnTo>
                <a:cubicBezTo>
                  <a:pt x="10972800" y="2449024"/>
                  <a:pt x="10881824" y="2540000"/>
                  <a:pt x="10769600" y="2540000"/>
                </a:cubicBezTo>
                <a:lnTo>
                  <a:pt x="203200" y="2540000"/>
                </a:lnTo>
                <a:cubicBezTo>
                  <a:pt x="90976" y="2540000"/>
                  <a:pt x="0" y="2449024"/>
                  <a:pt x="0" y="23368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装饰  2"/>
          <p:cNvSpPr>
            <a:spLocks noGrp="1"/>
          </p:cNvSpPr>
          <p:nvPr>
            <p:ph type="body" idx="16393" hasCustomPrompt="1"/>
            <p:custDataLst>
              <p:tags r:id="rId6"/>
            </p:custDataLst>
          </p:nvPr>
        </p:nvSpPr>
        <p:spPr>
          <a:xfrm>
            <a:off x="609600" y="1524000"/>
            <a:ext cx="50800" cy="1727200"/>
          </a:xfrm>
          <a:custGeom>
            <a:avLst/>
            <a:gdLst>
              <a:gd name="connisteX0" fmla="*/ 0 w 50800"/>
              <a:gd name="connsiteY0" fmla="*/ 25400 h 1727200"/>
              <a:gd name="connisteX1" fmla="*/ 25400 w 50800"/>
              <a:gd name="connsiteY1" fmla="*/ 0 h 1727200"/>
              <a:gd name="connisteX2" fmla="*/ 25400 w 50800"/>
              <a:gd name="connsiteY2" fmla="*/ 0 h 1727200"/>
              <a:gd name="connisteX3" fmla="*/ 50800 w 50800"/>
              <a:gd name="connsiteY3" fmla="*/ 25400 h 1727200"/>
              <a:gd name="connisteX4" fmla="*/ 50800 w 50800"/>
              <a:gd name="connsiteY4" fmla="*/ 1701800 h 1727200"/>
              <a:gd name="connisteX5" fmla="*/ 25400 w 50800"/>
              <a:gd name="connsiteY5" fmla="*/ 1727200 h 1727200"/>
              <a:gd name="connisteX6" fmla="*/ 25400 w 50800"/>
              <a:gd name="connsiteY6" fmla="*/ 1727200 h 1727200"/>
              <a:gd name="connisteX7" fmla="*/ 0 w 50800"/>
              <a:gd name="connsiteY7" fmla="*/ 1701800 h 1727200"/>
              <a:gd name="connisteX8" fmla="*/ 0 w 50800"/>
              <a:gd name="connsiteY8" fmla="*/ 25400 h 1727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50800" h="17272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701800"/>
                </a:lnTo>
                <a:cubicBezTo>
                  <a:pt x="50800" y="1715828"/>
                  <a:pt x="39428" y="1727200"/>
                  <a:pt x="25400" y="1727200"/>
                </a:cubicBezTo>
                <a:lnTo>
                  <a:pt x="25400" y="1727200"/>
                </a:lnTo>
                <a:cubicBezTo>
                  <a:pt x="11372" y="1727200"/>
                  <a:pt x="0" y="1715828"/>
                  <a:pt x="0" y="17018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762000" y="1524000"/>
            <a:ext cx="3098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762000" y="2032000"/>
            <a:ext cx="30988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9"/>
            </p:custDataLst>
          </p:nvPr>
        </p:nvSpPr>
        <p:spPr>
          <a:xfrm>
            <a:off x="4470400" y="1524000"/>
            <a:ext cx="50800" cy="1727200"/>
          </a:xfrm>
          <a:custGeom>
            <a:avLst/>
            <a:gdLst>
              <a:gd name="connisteX0" fmla="*/ 0 w 50800"/>
              <a:gd name="connsiteY0" fmla="*/ 25400 h 1727200"/>
              <a:gd name="connisteX1" fmla="*/ 25400 w 50800"/>
              <a:gd name="connsiteY1" fmla="*/ 0 h 1727200"/>
              <a:gd name="connisteX2" fmla="*/ 25400 w 50800"/>
              <a:gd name="connsiteY2" fmla="*/ 0 h 1727200"/>
              <a:gd name="connisteX3" fmla="*/ 50800 w 50800"/>
              <a:gd name="connsiteY3" fmla="*/ 25400 h 1727200"/>
              <a:gd name="connisteX4" fmla="*/ 50800 w 50800"/>
              <a:gd name="connsiteY4" fmla="*/ 1701800 h 1727200"/>
              <a:gd name="connisteX5" fmla="*/ 25400 w 50800"/>
              <a:gd name="connsiteY5" fmla="*/ 1727200 h 1727200"/>
              <a:gd name="connisteX6" fmla="*/ 25400 w 50800"/>
              <a:gd name="connsiteY6" fmla="*/ 1727200 h 1727200"/>
              <a:gd name="connisteX7" fmla="*/ 0 w 50800"/>
              <a:gd name="connsiteY7" fmla="*/ 1701800 h 1727200"/>
              <a:gd name="connisteX8" fmla="*/ 0 w 50800"/>
              <a:gd name="connsiteY8" fmla="*/ 25400 h 1727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50800" h="17272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701800"/>
                </a:lnTo>
                <a:cubicBezTo>
                  <a:pt x="50800" y="1715828"/>
                  <a:pt x="39428" y="1727200"/>
                  <a:pt x="25400" y="1727200"/>
                </a:cubicBezTo>
                <a:lnTo>
                  <a:pt x="25400" y="1727200"/>
                </a:lnTo>
                <a:cubicBezTo>
                  <a:pt x="11372" y="1727200"/>
                  <a:pt x="0" y="1715828"/>
                  <a:pt x="0" y="17018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7" name="文本占位符 16"/>
          <p:cNvSpPr>
            <a:spLocks noGrp="1"/>
          </p:cNvSpPr>
          <p:nvPr>
            <p:ph type="body" idx="16388" hasCustomPrompt="1"/>
            <p:custDataLst>
              <p:tags r:id="rId10"/>
            </p:custDataLst>
          </p:nvPr>
        </p:nvSpPr>
        <p:spPr>
          <a:xfrm>
            <a:off x="4622800" y="1524000"/>
            <a:ext cx="3098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89" hasCustomPrompt="1"/>
            <p:custDataLst>
              <p:tags r:id="rId11"/>
            </p:custDataLst>
          </p:nvPr>
        </p:nvSpPr>
        <p:spPr>
          <a:xfrm>
            <a:off x="4622800" y="2032000"/>
            <a:ext cx="30988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9" name="装饰  8"/>
          <p:cNvSpPr>
            <a:spLocks noGrp="1"/>
          </p:cNvSpPr>
          <p:nvPr>
            <p:ph type="body" idx="16395" hasCustomPrompt="1"/>
            <p:custDataLst>
              <p:tags r:id="rId12"/>
            </p:custDataLst>
          </p:nvPr>
        </p:nvSpPr>
        <p:spPr>
          <a:xfrm>
            <a:off x="8331200" y="1524000"/>
            <a:ext cx="50800" cy="1727200"/>
          </a:xfrm>
          <a:custGeom>
            <a:avLst/>
            <a:gdLst>
              <a:gd name="connisteX0" fmla="*/ 0 w 50800"/>
              <a:gd name="connsiteY0" fmla="*/ 25400 h 1727200"/>
              <a:gd name="connisteX1" fmla="*/ 25400 w 50800"/>
              <a:gd name="connsiteY1" fmla="*/ 0 h 1727200"/>
              <a:gd name="connisteX2" fmla="*/ 25400 w 50800"/>
              <a:gd name="connsiteY2" fmla="*/ 0 h 1727200"/>
              <a:gd name="connisteX3" fmla="*/ 50800 w 50800"/>
              <a:gd name="connsiteY3" fmla="*/ 25400 h 1727200"/>
              <a:gd name="connisteX4" fmla="*/ 50800 w 50800"/>
              <a:gd name="connsiteY4" fmla="*/ 1701800 h 1727200"/>
              <a:gd name="connisteX5" fmla="*/ 25400 w 50800"/>
              <a:gd name="connsiteY5" fmla="*/ 1727200 h 1727200"/>
              <a:gd name="connisteX6" fmla="*/ 25400 w 50800"/>
              <a:gd name="connsiteY6" fmla="*/ 1727200 h 1727200"/>
              <a:gd name="connisteX7" fmla="*/ 0 w 50800"/>
              <a:gd name="connsiteY7" fmla="*/ 1701800 h 1727200"/>
              <a:gd name="connisteX8" fmla="*/ 0 w 50800"/>
              <a:gd name="connsiteY8" fmla="*/ 25400 h 1727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50800" h="17272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701800"/>
                </a:lnTo>
                <a:cubicBezTo>
                  <a:pt x="50800" y="1715828"/>
                  <a:pt x="39428" y="1727200"/>
                  <a:pt x="25400" y="1727200"/>
                </a:cubicBezTo>
                <a:lnTo>
                  <a:pt x="25400" y="1727200"/>
                </a:lnTo>
                <a:cubicBezTo>
                  <a:pt x="11372" y="1727200"/>
                  <a:pt x="0" y="1715828"/>
                  <a:pt x="0" y="17018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0" name="文本占位符 19"/>
          <p:cNvSpPr>
            <a:spLocks noGrp="1"/>
          </p:cNvSpPr>
          <p:nvPr>
            <p:ph type="body" idx="16390" hasCustomPrompt="1"/>
            <p:custDataLst>
              <p:tags r:id="rId13"/>
            </p:custDataLst>
          </p:nvPr>
        </p:nvSpPr>
        <p:spPr>
          <a:xfrm>
            <a:off x="8483600" y="1524000"/>
            <a:ext cx="3098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21" name="文本占位符 20"/>
          <p:cNvSpPr>
            <a:spLocks noGrp="1"/>
          </p:cNvSpPr>
          <p:nvPr>
            <p:ph type="body" idx="16391" hasCustomPrompt="1"/>
            <p:custDataLst>
              <p:tags r:id="rId14"/>
            </p:custDataLst>
          </p:nvPr>
        </p:nvSpPr>
        <p:spPr>
          <a:xfrm>
            <a:off x="8483600" y="2032000"/>
            <a:ext cx="30988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42_5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内容占位符 11"/>
          <p:cNvSpPr>
            <a:spLocks noGrp="1"/>
          </p:cNvSpPr>
          <p:nvPr>
            <p:ph idx="16392" hasCustomPrompt="1"/>
            <p:custDataLst>
              <p:tags r:id="rId5"/>
            </p:custDataLst>
          </p:nvPr>
        </p:nvSpPr>
        <p:spPr>
          <a:xfrm>
            <a:off x="609600" y="1524000"/>
            <a:ext cx="10972800" cy="2844800"/>
          </a:xfrm>
          <a:custGeom>
            <a:avLst/>
            <a:gdLst>
              <a:gd name="connisteX0" fmla="*/ 0 w 10972800"/>
              <a:gd name="connsiteY0" fmla="*/ 203200 h 2844800"/>
              <a:gd name="connisteX1" fmla="*/ 203200 w 10972800"/>
              <a:gd name="connsiteY1" fmla="*/ 0 h 2844800"/>
              <a:gd name="connisteX2" fmla="*/ 10769600 w 10972800"/>
              <a:gd name="connsiteY2" fmla="*/ 0 h 2844800"/>
              <a:gd name="connisteX3" fmla="*/ 10972800 w 10972800"/>
              <a:gd name="connsiteY3" fmla="*/ 203200 h 2844800"/>
              <a:gd name="connisteX4" fmla="*/ 10972800 w 10972800"/>
              <a:gd name="connsiteY4" fmla="*/ 2641600 h 2844800"/>
              <a:gd name="connisteX5" fmla="*/ 10769600 w 10972800"/>
              <a:gd name="connsiteY5" fmla="*/ 2844800 h 2844800"/>
              <a:gd name="connisteX6" fmla="*/ 203200 w 10972800"/>
              <a:gd name="connsiteY6" fmla="*/ 2844800 h 2844800"/>
              <a:gd name="connisteX7" fmla="*/ 0 w 10972800"/>
              <a:gd name="connsiteY7" fmla="*/ 2641600 h 2844800"/>
              <a:gd name="connisteX8" fmla="*/ 0 w 10972800"/>
              <a:gd name="connsiteY8" fmla="*/ 203200 h 2844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10972800" h="2844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10769600" y="0"/>
                </a:lnTo>
                <a:cubicBezTo>
                  <a:pt x="10881824" y="0"/>
                  <a:pt x="10972800" y="90976"/>
                  <a:pt x="10972800" y="203200"/>
                </a:cubicBezTo>
                <a:lnTo>
                  <a:pt x="10972800" y="2641600"/>
                </a:lnTo>
                <a:cubicBezTo>
                  <a:pt x="10972800" y="2753824"/>
                  <a:pt x="10881824" y="2844800"/>
                  <a:pt x="10769600" y="2844800"/>
                </a:cubicBezTo>
                <a:lnTo>
                  <a:pt x="203200" y="2844800"/>
                </a:lnTo>
                <a:cubicBezTo>
                  <a:pt x="90976" y="2844800"/>
                  <a:pt x="0" y="2753824"/>
                  <a:pt x="0" y="26416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装饰  2"/>
          <p:cNvSpPr>
            <a:spLocks noGrp="1"/>
          </p:cNvSpPr>
          <p:nvPr>
            <p:ph type="body" idx="16393" hasCustomPrompt="1"/>
            <p:custDataLst>
              <p:tags r:id="rId6"/>
            </p:custDataLst>
          </p:nvPr>
        </p:nvSpPr>
        <p:spPr>
          <a:xfrm>
            <a:off x="609600" y="4826000"/>
            <a:ext cx="50800" cy="1422400"/>
          </a:xfrm>
          <a:custGeom>
            <a:avLst/>
            <a:gdLst>
              <a:gd name="connisteX0" fmla="*/ 0 w 50800"/>
              <a:gd name="connsiteY0" fmla="*/ 25400 h 1422400"/>
              <a:gd name="connisteX1" fmla="*/ 25400 w 50800"/>
              <a:gd name="connsiteY1" fmla="*/ 0 h 1422400"/>
              <a:gd name="connisteX2" fmla="*/ 25400 w 50800"/>
              <a:gd name="connsiteY2" fmla="*/ 0 h 1422400"/>
              <a:gd name="connisteX3" fmla="*/ 50800 w 50800"/>
              <a:gd name="connsiteY3" fmla="*/ 25400 h 1422400"/>
              <a:gd name="connisteX4" fmla="*/ 50800 w 50800"/>
              <a:gd name="connsiteY4" fmla="*/ 1397000 h 1422400"/>
              <a:gd name="connisteX5" fmla="*/ 25400 w 50800"/>
              <a:gd name="connsiteY5" fmla="*/ 1422400 h 1422400"/>
              <a:gd name="connisteX6" fmla="*/ 25400 w 50800"/>
              <a:gd name="connsiteY6" fmla="*/ 1422400 h 1422400"/>
              <a:gd name="connisteX7" fmla="*/ 0 w 50800"/>
              <a:gd name="connsiteY7" fmla="*/ 1397000 h 1422400"/>
              <a:gd name="connisteX8" fmla="*/ 0 w 50800"/>
              <a:gd name="connsiteY8" fmla="*/ 25400 h 1422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50800" h="14224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397000"/>
                </a:lnTo>
                <a:cubicBezTo>
                  <a:pt x="50800" y="1411028"/>
                  <a:pt x="39428" y="1422400"/>
                  <a:pt x="25400" y="1422400"/>
                </a:cubicBezTo>
                <a:lnTo>
                  <a:pt x="25400" y="1422400"/>
                </a:lnTo>
                <a:cubicBezTo>
                  <a:pt x="11372" y="1422400"/>
                  <a:pt x="0" y="1411028"/>
                  <a:pt x="0" y="13970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762000" y="4826000"/>
            <a:ext cx="3098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762000" y="5334000"/>
            <a:ext cx="30988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9"/>
            </p:custDataLst>
          </p:nvPr>
        </p:nvSpPr>
        <p:spPr>
          <a:xfrm>
            <a:off x="4470400" y="4826000"/>
            <a:ext cx="50800" cy="1422400"/>
          </a:xfrm>
          <a:custGeom>
            <a:avLst/>
            <a:gdLst>
              <a:gd name="connisteX0" fmla="*/ 0 w 50800"/>
              <a:gd name="connsiteY0" fmla="*/ 25400 h 1422400"/>
              <a:gd name="connisteX1" fmla="*/ 25400 w 50800"/>
              <a:gd name="connsiteY1" fmla="*/ 0 h 1422400"/>
              <a:gd name="connisteX2" fmla="*/ 25400 w 50800"/>
              <a:gd name="connsiteY2" fmla="*/ 0 h 1422400"/>
              <a:gd name="connisteX3" fmla="*/ 50800 w 50800"/>
              <a:gd name="connsiteY3" fmla="*/ 25400 h 1422400"/>
              <a:gd name="connisteX4" fmla="*/ 50800 w 50800"/>
              <a:gd name="connsiteY4" fmla="*/ 1397000 h 1422400"/>
              <a:gd name="connisteX5" fmla="*/ 25400 w 50800"/>
              <a:gd name="connsiteY5" fmla="*/ 1422400 h 1422400"/>
              <a:gd name="connisteX6" fmla="*/ 25400 w 50800"/>
              <a:gd name="connsiteY6" fmla="*/ 1422400 h 1422400"/>
              <a:gd name="connisteX7" fmla="*/ 0 w 50800"/>
              <a:gd name="connsiteY7" fmla="*/ 1397000 h 1422400"/>
              <a:gd name="connisteX8" fmla="*/ 0 w 50800"/>
              <a:gd name="connsiteY8" fmla="*/ 25400 h 1422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50800" h="14224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397000"/>
                </a:lnTo>
                <a:cubicBezTo>
                  <a:pt x="50800" y="1411028"/>
                  <a:pt x="39428" y="1422400"/>
                  <a:pt x="25400" y="1422400"/>
                </a:cubicBezTo>
                <a:lnTo>
                  <a:pt x="25400" y="1422400"/>
                </a:lnTo>
                <a:cubicBezTo>
                  <a:pt x="11372" y="1422400"/>
                  <a:pt x="0" y="1411028"/>
                  <a:pt x="0" y="13970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7" name="文本占位符 16"/>
          <p:cNvSpPr>
            <a:spLocks noGrp="1"/>
          </p:cNvSpPr>
          <p:nvPr>
            <p:ph type="body" idx="16388" hasCustomPrompt="1"/>
            <p:custDataLst>
              <p:tags r:id="rId10"/>
            </p:custDataLst>
          </p:nvPr>
        </p:nvSpPr>
        <p:spPr>
          <a:xfrm>
            <a:off x="4622800" y="4826000"/>
            <a:ext cx="3098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89" hasCustomPrompt="1"/>
            <p:custDataLst>
              <p:tags r:id="rId11"/>
            </p:custDataLst>
          </p:nvPr>
        </p:nvSpPr>
        <p:spPr>
          <a:xfrm>
            <a:off x="4622800" y="5334000"/>
            <a:ext cx="30988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9" name="装饰  8"/>
          <p:cNvSpPr>
            <a:spLocks noGrp="1"/>
          </p:cNvSpPr>
          <p:nvPr>
            <p:ph type="body" idx="16395" hasCustomPrompt="1"/>
            <p:custDataLst>
              <p:tags r:id="rId12"/>
            </p:custDataLst>
          </p:nvPr>
        </p:nvSpPr>
        <p:spPr>
          <a:xfrm>
            <a:off x="8331200" y="4826000"/>
            <a:ext cx="50800" cy="1422400"/>
          </a:xfrm>
          <a:custGeom>
            <a:avLst/>
            <a:gdLst>
              <a:gd name="connisteX0" fmla="*/ 0 w 50800"/>
              <a:gd name="connsiteY0" fmla="*/ 25400 h 1422400"/>
              <a:gd name="connisteX1" fmla="*/ 25400 w 50800"/>
              <a:gd name="connsiteY1" fmla="*/ 0 h 1422400"/>
              <a:gd name="connisteX2" fmla="*/ 25400 w 50800"/>
              <a:gd name="connsiteY2" fmla="*/ 0 h 1422400"/>
              <a:gd name="connisteX3" fmla="*/ 50800 w 50800"/>
              <a:gd name="connsiteY3" fmla="*/ 25400 h 1422400"/>
              <a:gd name="connisteX4" fmla="*/ 50800 w 50800"/>
              <a:gd name="connsiteY4" fmla="*/ 1397000 h 1422400"/>
              <a:gd name="connisteX5" fmla="*/ 25400 w 50800"/>
              <a:gd name="connsiteY5" fmla="*/ 1422400 h 1422400"/>
              <a:gd name="connisteX6" fmla="*/ 25400 w 50800"/>
              <a:gd name="connsiteY6" fmla="*/ 1422400 h 1422400"/>
              <a:gd name="connisteX7" fmla="*/ 0 w 50800"/>
              <a:gd name="connsiteY7" fmla="*/ 1397000 h 1422400"/>
              <a:gd name="connisteX8" fmla="*/ 0 w 50800"/>
              <a:gd name="connsiteY8" fmla="*/ 25400 h 1422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50800" h="14224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397000"/>
                </a:lnTo>
                <a:cubicBezTo>
                  <a:pt x="50800" y="1411028"/>
                  <a:pt x="39428" y="1422400"/>
                  <a:pt x="25400" y="1422400"/>
                </a:cubicBezTo>
                <a:lnTo>
                  <a:pt x="25400" y="1422400"/>
                </a:lnTo>
                <a:cubicBezTo>
                  <a:pt x="11372" y="1422400"/>
                  <a:pt x="0" y="1411028"/>
                  <a:pt x="0" y="13970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0" name="文本占位符 19"/>
          <p:cNvSpPr>
            <a:spLocks noGrp="1"/>
          </p:cNvSpPr>
          <p:nvPr>
            <p:ph type="body" idx="16390" hasCustomPrompt="1"/>
            <p:custDataLst>
              <p:tags r:id="rId13"/>
            </p:custDataLst>
          </p:nvPr>
        </p:nvSpPr>
        <p:spPr>
          <a:xfrm>
            <a:off x="8483600" y="4826000"/>
            <a:ext cx="3098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21" name="文本占位符 20"/>
          <p:cNvSpPr>
            <a:spLocks noGrp="1"/>
          </p:cNvSpPr>
          <p:nvPr>
            <p:ph type="body" idx="16391" hasCustomPrompt="1"/>
            <p:custDataLst>
              <p:tags r:id="rId14"/>
            </p:custDataLst>
          </p:nvPr>
        </p:nvSpPr>
        <p:spPr>
          <a:xfrm>
            <a:off x="8483600" y="5334000"/>
            <a:ext cx="30988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上标下内-装饰左叠-默认位置-并列-38_34_group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装饰  1"/>
          <p:cNvSpPr>
            <a:spLocks noGrp="1"/>
          </p:cNvSpPr>
          <p:nvPr>
            <p:ph type="body" idx="16394" hasCustomPrompt="1"/>
            <p:custDataLst>
              <p:tags r:id="rId5"/>
            </p:custDataLst>
          </p:nvPr>
        </p:nvSpPr>
        <p:spPr>
          <a:xfrm>
            <a:off x="609600" y="1524000"/>
            <a:ext cx="3810000" cy="2209800"/>
          </a:xfrm>
          <a:custGeom>
            <a:avLst/>
            <a:gdLst>
              <a:gd name="connisteX0" fmla="*/ 0 w 3810000"/>
              <a:gd name="connsiteY0" fmla="*/ 203200 h 2209800"/>
              <a:gd name="connisteX1" fmla="*/ 203200 w 3810000"/>
              <a:gd name="connsiteY1" fmla="*/ 0 h 2209800"/>
              <a:gd name="connisteX2" fmla="*/ 3810000 w 3810000"/>
              <a:gd name="connsiteY2" fmla="*/ 0 h 2209800"/>
              <a:gd name="connisteX3" fmla="*/ 3810000 w 3810000"/>
              <a:gd name="connsiteY3" fmla="*/ 2209800 h 2209800"/>
              <a:gd name="connisteX4" fmla="*/ 203200 w 3810000"/>
              <a:gd name="connsiteY4" fmla="*/ 2209800 h 2209800"/>
              <a:gd name="connisteX5" fmla="*/ 0 w 3810000"/>
              <a:gd name="connsiteY5" fmla="*/ 2006600 h 2209800"/>
              <a:gd name="connisteX6" fmla="*/ 0 w 3810000"/>
              <a:gd name="connsiteY6" fmla="*/ 20320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810000" h="2209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810000" y="0"/>
                </a:lnTo>
                <a:lnTo>
                  <a:pt x="3810000" y="2209800"/>
                </a:lnTo>
                <a:lnTo>
                  <a:pt x="203200" y="2209800"/>
                </a:lnTo>
                <a:cubicBezTo>
                  <a:pt x="90976" y="2209800"/>
                  <a:pt x="0" y="2118824"/>
                  <a:pt x="0" y="20066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图片占位符 12"/>
          <p:cNvSpPr>
            <a:spLocks noGrp="1"/>
          </p:cNvSpPr>
          <p:nvPr>
            <p:ph type="pic" idx="16395" hasCustomPrompt="1"/>
            <p:custDataLst>
              <p:tags r:id="rId6"/>
            </p:custDataLst>
          </p:nvPr>
        </p:nvSpPr>
        <p:spPr>
          <a:xfrm>
            <a:off x="4419600" y="1524000"/>
            <a:ext cx="1524000" cy="2209800"/>
          </a:xfrm>
          <a:custGeom>
            <a:avLst/>
            <a:gdLst>
              <a:gd name="connisteX0" fmla="*/ 0 w 1524000"/>
              <a:gd name="connsiteY0" fmla="*/ 0 h 2209800"/>
              <a:gd name="connisteX1" fmla="*/ 1320800 w 1524000"/>
              <a:gd name="connsiteY1" fmla="*/ 0 h 2209800"/>
              <a:gd name="connisteX2" fmla="*/ 1524000 w 1524000"/>
              <a:gd name="connsiteY2" fmla="*/ 203200 h 2209800"/>
              <a:gd name="connisteX3" fmla="*/ 1524000 w 1524000"/>
              <a:gd name="connsiteY3" fmla="*/ 2006600 h 2209800"/>
              <a:gd name="connisteX4" fmla="*/ 1320800 w 1524000"/>
              <a:gd name="connsiteY4" fmla="*/ 2209800 h 2209800"/>
              <a:gd name="connisteX5" fmla="*/ 0 w 1524000"/>
              <a:gd name="connsiteY5" fmla="*/ 2209800 h 2209800"/>
              <a:gd name="connisteX6" fmla="*/ 0 w 1524000"/>
              <a:gd name="connsiteY6" fmla="*/ 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1524000" h="2209800">
                <a:moveTo>
                  <a:pt x="0" y="0"/>
                </a:moveTo>
                <a:lnTo>
                  <a:pt x="1320800" y="0"/>
                </a:lnTo>
                <a:cubicBezTo>
                  <a:pt x="1433024" y="0"/>
                  <a:pt x="1524000" y="90976"/>
                  <a:pt x="1524000" y="203200"/>
                </a:cubicBezTo>
                <a:lnTo>
                  <a:pt x="1524000" y="2006600"/>
                </a:lnTo>
                <a:cubicBezTo>
                  <a:pt x="1524000" y="2118824"/>
                  <a:pt x="1433024" y="2209800"/>
                  <a:pt x="1320800" y="2209800"/>
                </a:cubicBezTo>
                <a:lnTo>
                  <a:pt x="0" y="220980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914400" y="1892300"/>
            <a:ext cx="3200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914400" y="2451100"/>
            <a:ext cx="32004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6" name="装饰  5"/>
          <p:cNvSpPr>
            <a:spLocks noGrp="1"/>
          </p:cNvSpPr>
          <p:nvPr>
            <p:ph type="body" idx="16396" hasCustomPrompt="1"/>
            <p:custDataLst>
              <p:tags r:id="rId9"/>
            </p:custDataLst>
          </p:nvPr>
        </p:nvSpPr>
        <p:spPr>
          <a:xfrm>
            <a:off x="6248400" y="1524000"/>
            <a:ext cx="3810000" cy="2209800"/>
          </a:xfrm>
          <a:custGeom>
            <a:avLst/>
            <a:gdLst>
              <a:gd name="connisteX0" fmla="*/ 0 w 3810000"/>
              <a:gd name="connsiteY0" fmla="*/ 203200 h 2209800"/>
              <a:gd name="connisteX1" fmla="*/ 203200 w 3810000"/>
              <a:gd name="connsiteY1" fmla="*/ 0 h 2209800"/>
              <a:gd name="connisteX2" fmla="*/ 3810000 w 3810000"/>
              <a:gd name="connsiteY2" fmla="*/ 0 h 2209800"/>
              <a:gd name="connisteX3" fmla="*/ 3810000 w 3810000"/>
              <a:gd name="connsiteY3" fmla="*/ 2209800 h 2209800"/>
              <a:gd name="connisteX4" fmla="*/ 203200 w 3810000"/>
              <a:gd name="connsiteY4" fmla="*/ 2209800 h 2209800"/>
              <a:gd name="connisteX5" fmla="*/ 0 w 3810000"/>
              <a:gd name="connsiteY5" fmla="*/ 2006600 h 2209800"/>
              <a:gd name="connisteX6" fmla="*/ 0 w 3810000"/>
              <a:gd name="connsiteY6" fmla="*/ 20320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810000" h="2209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810000" y="0"/>
                </a:lnTo>
                <a:lnTo>
                  <a:pt x="3810000" y="2209800"/>
                </a:lnTo>
                <a:lnTo>
                  <a:pt x="203200" y="2209800"/>
                </a:lnTo>
                <a:cubicBezTo>
                  <a:pt x="90976" y="2209800"/>
                  <a:pt x="0" y="2118824"/>
                  <a:pt x="0" y="20066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7" name="图片占位符 16"/>
          <p:cNvSpPr>
            <a:spLocks noGrp="1"/>
          </p:cNvSpPr>
          <p:nvPr>
            <p:ph type="pic" idx="16397" hasCustomPrompt="1"/>
            <p:custDataLst>
              <p:tags r:id="rId10"/>
            </p:custDataLst>
          </p:nvPr>
        </p:nvSpPr>
        <p:spPr>
          <a:xfrm>
            <a:off x="10058400" y="1524000"/>
            <a:ext cx="1524000" cy="2209800"/>
          </a:xfrm>
          <a:custGeom>
            <a:avLst/>
            <a:gdLst>
              <a:gd name="connisteX0" fmla="*/ 0 w 1524000"/>
              <a:gd name="connsiteY0" fmla="*/ 0 h 2209800"/>
              <a:gd name="connisteX1" fmla="*/ 1320800 w 1524000"/>
              <a:gd name="connsiteY1" fmla="*/ 0 h 2209800"/>
              <a:gd name="connisteX2" fmla="*/ 1524000 w 1524000"/>
              <a:gd name="connsiteY2" fmla="*/ 203200 h 2209800"/>
              <a:gd name="connisteX3" fmla="*/ 1524000 w 1524000"/>
              <a:gd name="connsiteY3" fmla="*/ 2006600 h 2209800"/>
              <a:gd name="connisteX4" fmla="*/ 1320800 w 1524000"/>
              <a:gd name="connsiteY4" fmla="*/ 2209800 h 2209800"/>
              <a:gd name="connisteX5" fmla="*/ 0 w 1524000"/>
              <a:gd name="connsiteY5" fmla="*/ 2209800 h 2209800"/>
              <a:gd name="connisteX6" fmla="*/ 0 w 1524000"/>
              <a:gd name="connsiteY6" fmla="*/ 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1524000" h="2209800">
                <a:moveTo>
                  <a:pt x="0" y="0"/>
                </a:moveTo>
                <a:lnTo>
                  <a:pt x="1320800" y="0"/>
                </a:lnTo>
                <a:cubicBezTo>
                  <a:pt x="1433024" y="0"/>
                  <a:pt x="1524000" y="90976"/>
                  <a:pt x="1524000" y="203200"/>
                </a:cubicBezTo>
                <a:lnTo>
                  <a:pt x="1524000" y="2006600"/>
                </a:lnTo>
                <a:cubicBezTo>
                  <a:pt x="1524000" y="2118824"/>
                  <a:pt x="1433024" y="2209800"/>
                  <a:pt x="1320800" y="2209800"/>
                </a:cubicBezTo>
                <a:lnTo>
                  <a:pt x="0" y="220980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88" hasCustomPrompt="1"/>
            <p:custDataLst>
              <p:tags r:id="rId11"/>
            </p:custDataLst>
          </p:nvPr>
        </p:nvSpPr>
        <p:spPr>
          <a:xfrm>
            <a:off x="6553200" y="1892300"/>
            <a:ext cx="3200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idx="16389" hasCustomPrompt="1"/>
            <p:custDataLst>
              <p:tags r:id="rId12"/>
            </p:custDataLst>
          </p:nvPr>
        </p:nvSpPr>
        <p:spPr>
          <a:xfrm>
            <a:off x="6553200" y="2451100"/>
            <a:ext cx="32004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20" name="装饰  9"/>
          <p:cNvSpPr>
            <a:spLocks noGrp="1"/>
          </p:cNvSpPr>
          <p:nvPr>
            <p:ph type="body" idx="16398" hasCustomPrompt="1"/>
            <p:custDataLst>
              <p:tags r:id="rId13"/>
            </p:custDataLst>
          </p:nvPr>
        </p:nvSpPr>
        <p:spPr>
          <a:xfrm>
            <a:off x="609600" y="4038600"/>
            <a:ext cx="3810000" cy="2209800"/>
          </a:xfrm>
          <a:custGeom>
            <a:avLst/>
            <a:gdLst>
              <a:gd name="connisteX0" fmla="*/ 0 w 3810000"/>
              <a:gd name="connsiteY0" fmla="*/ 203200 h 2209800"/>
              <a:gd name="connisteX1" fmla="*/ 203200 w 3810000"/>
              <a:gd name="connsiteY1" fmla="*/ 0 h 2209800"/>
              <a:gd name="connisteX2" fmla="*/ 3810000 w 3810000"/>
              <a:gd name="connsiteY2" fmla="*/ 0 h 2209800"/>
              <a:gd name="connisteX3" fmla="*/ 3810000 w 3810000"/>
              <a:gd name="connsiteY3" fmla="*/ 2209800 h 2209800"/>
              <a:gd name="connisteX4" fmla="*/ 203200 w 3810000"/>
              <a:gd name="connsiteY4" fmla="*/ 2209800 h 2209800"/>
              <a:gd name="connisteX5" fmla="*/ 0 w 3810000"/>
              <a:gd name="connsiteY5" fmla="*/ 2006600 h 2209800"/>
              <a:gd name="connisteX6" fmla="*/ 0 w 3810000"/>
              <a:gd name="connsiteY6" fmla="*/ 20320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810000" h="2209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810000" y="0"/>
                </a:lnTo>
                <a:lnTo>
                  <a:pt x="3810000" y="2209800"/>
                </a:lnTo>
                <a:lnTo>
                  <a:pt x="203200" y="2209800"/>
                </a:lnTo>
                <a:cubicBezTo>
                  <a:pt x="90976" y="2209800"/>
                  <a:pt x="0" y="2118824"/>
                  <a:pt x="0" y="20066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1" name="图片占位符 20"/>
          <p:cNvSpPr>
            <a:spLocks noGrp="1"/>
          </p:cNvSpPr>
          <p:nvPr>
            <p:ph type="pic" idx="16399" hasCustomPrompt="1"/>
            <p:custDataLst>
              <p:tags r:id="rId14"/>
            </p:custDataLst>
          </p:nvPr>
        </p:nvSpPr>
        <p:spPr>
          <a:xfrm>
            <a:off x="4419600" y="4038600"/>
            <a:ext cx="1524000" cy="2209800"/>
          </a:xfrm>
          <a:custGeom>
            <a:avLst/>
            <a:gdLst>
              <a:gd name="connisteX0" fmla="*/ 0 w 1524000"/>
              <a:gd name="connsiteY0" fmla="*/ 0 h 2209800"/>
              <a:gd name="connisteX1" fmla="*/ 1320800 w 1524000"/>
              <a:gd name="connsiteY1" fmla="*/ 0 h 2209800"/>
              <a:gd name="connisteX2" fmla="*/ 1524000 w 1524000"/>
              <a:gd name="connsiteY2" fmla="*/ 203200 h 2209800"/>
              <a:gd name="connisteX3" fmla="*/ 1524000 w 1524000"/>
              <a:gd name="connsiteY3" fmla="*/ 2006600 h 2209800"/>
              <a:gd name="connisteX4" fmla="*/ 1320800 w 1524000"/>
              <a:gd name="connsiteY4" fmla="*/ 2209800 h 2209800"/>
              <a:gd name="connisteX5" fmla="*/ 0 w 1524000"/>
              <a:gd name="connsiteY5" fmla="*/ 2209800 h 2209800"/>
              <a:gd name="connisteX6" fmla="*/ 0 w 1524000"/>
              <a:gd name="connsiteY6" fmla="*/ 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1524000" h="2209800">
                <a:moveTo>
                  <a:pt x="0" y="0"/>
                </a:moveTo>
                <a:lnTo>
                  <a:pt x="1320800" y="0"/>
                </a:lnTo>
                <a:cubicBezTo>
                  <a:pt x="1433024" y="0"/>
                  <a:pt x="1524000" y="90976"/>
                  <a:pt x="1524000" y="203200"/>
                </a:cubicBezTo>
                <a:lnTo>
                  <a:pt x="1524000" y="2006600"/>
                </a:lnTo>
                <a:cubicBezTo>
                  <a:pt x="1524000" y="2118824"/>
                  <a:pt x="1433024" y="2209800"/>
                  <a:pt x="1320800" y="2209800"/>
                </a:cubicBezTo>
                <a:lnTo>
                  <a:pt x="0" y="220980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22" name="文本占位符 21"/>
          <p:cNvSpPr>
            <a:spLocks noGrp="1"/>
          </p:cNvSpPr>
          <p:nvPr>
            <p:ph type="body" idx="16390" hasCustomPrompt="1"/>
            <p:custDataLst>
              <p:tags r:id="rId15"/>
            </p:custDataLst>
          </p:nvPr>
        </p:nvSpPr>
        <p:spPr>
          <a:xfrm>
            <a:off x="914400" y="4406900"/>
            <a:ext cx="3200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23" name="文本占位符 22"/>
          <p:cNvSpPr>
            <a:spLocks noGrp="1"/>
          </p:cNvSpPr>
          <p:nvPr>
            <p:ph type="body" idx="16391" hasCustomPrompt="1"/>
            <p:custDataLst>
              <p:tags r:id="rId16"/>
            </p:custDataLst>
          </p:nvPr>
        </p:nvSpPr>
        <p:spPr>
          <a:xfrm>
            <a:off x="914400" y="4965700"/>
            <a:ext cx="32004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24" name="装饰  3"/>
          <p:cNvSpPr>
            <a:spLocks noGrp="1"/>
          </p:cNvSpPr>
          <p:nvPr>
            <p:ph type="body" idx="16400" hasCustomPrompt="1"/>
            <p:custDataLst>
              <p:tags r:id="rId17"/>
            </p:custDataLst>
          </p:nvPr>
        </p:nvSpPr>
        <p:spPr>
          <a:xfrm>
            <a:off x="6248400" y="4038600"/>
            <a:ext cx="3810000" cy="2209800"/>
          </a:xfrm>
          <a:custGeom>
            <a:avLst/>
            <a:gdLst>
              <a:gd name="connisteX0" fmla="*/ 0 w 3810000"/>
              <a:gd name="connsiteY0" fmla="*/ 203200 h 2209800"/>
              <a:gd name="connisteX1" fmla="*/ 203200 w 3810000"/>
              <a:gd name="connsiteY1" fmla="*/ 0 h 2209800"/>
              <a:gd name="connisteX2" fmla="*/ 3810000 w 3810000"/>
              <a:gd name="connsiteY2" fmla="*/ 0 h 2209800"/>
              <a:gd name="connisteX3" fmla="*/ 3810000 w 3810000"/>
              <a:gd name="connsiteY3" fmla="*/ 2209800 h 2209800"/>
              <a:gd name="connisteX4" fmla="*/ 203200 w 3810000"/>
              <a:gd name="connsiteY4" fmla="*/ 2209800 h 2209800"/>
              <a:gd name="connisteX5" fmla="*/ 0 w 3810000"/>
              <a:gd name="connsiteY5" fmla="*/ 2006600 h 2209800"/>
              <a:gd name="connisteX6" fmla="*/ 0 w 3810000"/>
              <a:gd name="connsiteY6" fmla="*/ 20320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810000" h="2209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810000" y="0"/>
                </a:lnTo>
                <a:lnTo>
                  <a:pt x="3810000" y="2209800"/>
                </a:lnTo>
                <a:lnTo>
                  <a:pt x="203200" y="2209800"/>
                </a:lnTo>
                <a:cubicBezTo>
                  <a:pt x="90976" y="2209800"/>
                  <a:pt x="0" y="2118824"/>
                  <a:pt x="0" y="20066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5" name="图片占位符 24"/>
          <p:cNvSpPr>
            <a:spLocks noGrp="1"/>
          </p:cNvSpPr>
          <p:nvPr>
            <p:ph type="pic" idx="16401" hasCustomPrompt="1"/>
            <p:custDataLst>
              <p:tags r:id="rId18"/>
            </p:custDataLst>
          </p:nvPr>
        </p:nvSpPr>
        <p:spPr>
          <a:xfrm>
            <a:off x="10058400" y="4038600"/>
            <a:ext cx="1524000" cy="2209800"/>
          </a:xfrm>
          <a:custGeom>
            <a:avLst/>
            <a:gdLst>
              <a:gd name="connisteX0" fmla="*/ 0 w 1524000"/>
              <a:gd name="connsiteY0" fmla="*/ 0 h 2209800"/>
              <a:gd name="connisteX1" fmla="*/ 1320800 w 1524000"/>
              <a:gd name="connsiteY1" fmla="*/ 0 h 2209800"/>
              <a:gd name="connisteX2" fmla="*/ 1524000 w 1524000"/>
              <a:gd name="connsiteY2" fmla="*/ 203200 h 2209800"/>
              <a:gd name="connisteX3" fmla="*/ 1524000 w 1524000"/>
              <a:gd name="connsiteY3" fmla="*/ 2006600 h 2209800"/>
              <a:gd name="connisteX4" fmla="*/ 1320800 w 1524000"/>
              <a:gd name="connsiteY4" fmla="*/ 2209800 h 2209800"/>
              <a:gd name="connisteX5" fmla="*/ 0 w 1524000"/>
              <a:gd name="connsiteY5" fmla="*/ 2209800 h 2209800"/>
              <a:gd name="connisteX6" fmla="*/ 0 w 1524000"/>
              <a:gd name="connsiteY6" fmla="*/ 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1524000" h="2209800">
                <a:moveTo>
                  <a:pt x="0" y="0"/>
                </a:moveTo>
                <a:lnTo>
                  <a:pt x="1320800" y="0"/>
                </a:lnTo>
                <a:cubicBezTo>
                  <a:pt x="1433024" y="0"/>
                  <a:pt x="1524000" y="90976"/>
                  <a:pt x="1524000" y="203200"/>
                </a:cubicBezTo>
                <a:lnTo>
                  <a:pt x="1524000" y="2006600"/>
                </a:lnTo>
                <a:cubicBezTo>
                  <a:pt x="1524000" y="2118824"/>
                  <a:pt x="1433024" y="2209800"/>
                  <a:pt x="1320800" y="2209800"/>
                </a:cubicBezTo>
                <a:lnTo>
                  <a:pt x="0" y="220980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26" name="文本占位符 25"/>
          <p:cNvSpPr>
            <a:spLocks noGrp="1"/>
          </p:cNvSpPr>
          <p:nvPr>
            <p:ph type="body" idx="16392" hasCustomPrompt="1"/>
            <p:custDataLst>
              <p:tags r:id="rId19"/>
            </p:custDataLst>
          </p:nvPr>
        </p:nvSpPr>
        <p:spPr>
          <a:xfrm>
            <a:off x="6553200" y="4406900"/>
            <a:ext cx="3200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27" name="文本占位符 26"/>
          <p:cNvSpPr>
            <a:spLocks noGrp="1"/>
          </p:cNvSpPr>
          <p:nvPr>
            <p:ph type="body" idx="16393" hasCustomPrompt="1"/>
            <p:custDataLst>
              <p:tags r:id="rId20"/>
            </p:custDataLst>
          </p:nvPr>
        </p:nvSpPr>
        <p:spPr>
          <a:xfrm>
            <a:off x="6553200" y="4965700"/>
            <a:ext cx="32004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51_1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37846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内容占位符 11"/>
          <p:cNvSpPr>
            <a:spLocks noGrp="1"/>
          </p:cNvSpPr>
          <p:nvPr>
            <p:ph idx="16392" hasCustomPrompt="1"/>
            <p:custDataLst>
              <p:tags r:id="rId5"/>
            </p:custDataLst>
          </p:nvPr>
        </p:nvSpPr>
        <p:spPr>
          <a:xfrm>
            <a:off x="609600" y="609600"/>
            <a:ext cx="10972800" cy="2641600"/>
          </a:xfrm>
          <a:custGeom>
            <a:avLst/>
            <a:gdLst>
              <a:gd name="connisteX0" fmla="*/ 0 w 10972800"/>
              <a:gd name="connsiteY0" fmla="*/ 203200 h 2641600"/>
              <a:gd name="connisteX1" fmla="*/ 203200 w 10972800"/>
              <a:gd name="connsiteY1" fmla="*/ 0 h 2641600"/>
              <a:gd name="connisteX2" fmla="*/ 10769600 w 10972800"/>
              <a:gd name="connsiteY2" fmla="*/ 0 h 2641600"/>
              <a:gd name="connisteX3" fmla="*/ 10972800 w 10972800"/>
              <a:gd name="connsiteY3" fmla="*/ 203200 h 2641600"/>
              <a:gd name="connisteX4" fmla="*/ 10972800 w 10972800"/>
              <a:gd name="connsiteY4" fmla="*/ 2438400 h 2641600"/>
              <a:gd name="connisteX5" fmla="*/ 10769600 w 10972800"/>
              <a:gd name="connsiteY5" fmla="*/ 2641600 h 2641600"/>
              <a:gd name="connisteX6" fmla="*/ 203200 w 10972800"/>
              <a:gd name="connsiteY6" fmla="*/ 2641600 h 2641600"/>
              <a:gd name="connisteX7" fmla="*/ 0 w 10972800"/>
              <a:gd name="connsiteY7" fmla="*/ 2438400 h 2641600"/>
              <a:gd name="connisteX8" fmla="*/ 0 w 10972800"/>
              <a:gd name="connsiteY8" fmla="*/ 203200 h 2641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10972800" h="2641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10769600" y="0"/>
                </a:lnTo>
                <a:cubicBezTo>
                  <a:pt x="10881824" y="0"/>
                  <a:pt x="10972800" y="90976"/>
                  <a:pt x="10972800" y="203200"/>
                </a:cubicBezTo>
                <a:lnTo>
                  <a:pt x="10972800" y="2438400"/>
                </a:lnTo>
                <a:cubicBezTo>
                  <a:pt x="10972800" y="2550624"/>
                  <a:pt x="10881824" y="2641600"/>
                  <a:pt x="10769600" y="2641600"/>
                </a:cubicBezTo>
                <a:lnTo>
                  <a:pt x="203200" y="2641600"/>
                </a:lnTo>
                <a:cubicBezTo>
                  <a:pt x="90976" y="2641600"/>
                  <a:pt x="0" y="2550624"/>
                  <a:pt x="0" y="24384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文本占位符 12"/>
          <p:cNvSpPr>
            <a:spLocks noGrp="1"/>
          </p:cNvSpPr>
          <p:nvPr>
            <p:ph type="body" idx="16386" hasCustomPrompt="1"/>
            <p:custDataLst>
              <p:tags r:id="rId6"/>
            </p:custDataLst>
          </p:nvPr>
        </p:nvSpPr>
        <p:spPr>
          <a:xfrm>
            <a:off x="609600" y="47752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7" hasCustomPrompt="1"/>
            <p:custDataLst>
              <p:tags r:id="rId7"/>
            </p:custDataLst>
          </p:nvPr>
        </p:nvSpPr>
        <p:spPr>
          <a:xfrm>
            <a:off x="609600" y="5334000"/>
            <a:ext cx="32512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8" hasCustomPrompt="1"/>
            <p:custDataLst>
              <p:tags r:id="rId8"/>
            </p:custDataLst>
          </p:nvPr>
        </p:nvSpPr>
        <p:spPr>
          <a:xfrm>
            <a:off x="4470400" y="47752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6" name="文本占位符 15"/>
          <p:cNvSpPr>
            <a:spLocks noGrp="1"/>
          </p:cNvSpPr>
          <p:nvPr>
            <p:ph type="body" idx="16389" hasCustomPrompt="1"/>
            <p:custDataLst>
              <p:tags r:id="rId9"/>
            </p:custDataLst>
          </p:nvPr>
        </p:nvSpPr>
        <p:spPr>
          <a:xfrm>
            <a:off x="4470400" y="5334000"/>
            <a:ext cx="32512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7" name="文本占位符 16"/>
          <p:cNvSpPr>
            <a:spLocks noGrp="1"/>
          </p:cNvSpPr>
          <p:nvPr>
            <p:ph type="body" idx="16390" hasCustomPrompt="1"/>
            <p:custDataLst>
              <p:tags r:id="rId10"/>
            </p:custDataLst>
          </p:nvPr>
        </p:nvSpPr>
        <p:spPr>
          <a:xfrm>
            <a:off x="8331200" y="47752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91" hasCustomPrompt="1"/>
            <p:custDataLst>
              <p:tags r:id="rId11"/>
            </p:custDataLst>
          </p:nvPr>
        </p:nvSpPr>
        <p:spPr>
          <a:xfrm>
            <a:off x="8331200" y="5334000"/>
            <a:ext cx="32512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上标下内-装饰背景-装饰背景-并列-57_19_group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装饰  1"/>
          <p:cNvSpPr>
            <a:spLocks noGrp="1"/>
          </p:cNvSpPr>
          <p:nvPr>
            <p:ph type="body" idx="16392" hasCustomPrompt="1"/>
            <p:custDataLst>
              <p:tags r:id="rId5"/>
            </p:custDataLst>
          </p:nvPr>
        </p:nvSpPr>
        <p:spPr>
          <a:xfrm>
            <a:off x="3149600" y="1524000"/>
            <a:ext cx="8432800" cy="1473200"/>
          </a:xfrm>
          <a:custGeom>
            <a:avLst/>
            <a:gdLst>
              <a:gd name="connisteX0" fmla="*/ 0 w 8432800"/>
              <a:gd name="connsiteY0" fmla="*/ 0 h 1473200"/>
              <a:gd name="connisteX1" fmla="*/ 8229600 w 8432800"/>
              <a:gd name="connsiteY1" fmla="*/ 0 h 1473200"/>
              <a:gd name="connisteX2" fmla="*/ 8432800 w 8432800"/>
              <a:gd name="connsiteY2" fmla="*/ 203200 h 1473200"/>
              <a:gd name="connisteX3" fmla="*/ 8432800 w 8432800"/>
              <a:gd name="connsiteY3" fmla="*/ 1270000 h 1473200"/>
              <a:gd name="connisteX4" fmla="*/ 8229600 w 8432800"/>
              <a:gd name="connsiteY4" fmla="*/ 1473200 h 1473200"/>
              <a:gd name="connisteX5" fmla="*/ 0 w 8432800"/>
              <a:gd name="connsiteY5" fmla="*/ 1473200 h 1473200"/>
              <a:gd name="connisteX6" fmla="*/ 0 w 8432800"/>
              <a:gd name="connsiteY6" fmla="*/ 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8432800" h="1473200">
                <a:moveTo>
                  <a:pt x="0" y="0"/>
                </a:moveTo>
                <a:lnTo>
                  <a:pt x="8229600" y="0"/>
                </a:lnTo>
                <a:cubicBezTo>
                  <a:pt x="8341824" y="0"/>
                  <a:pt x="8432800" y="90976"/>
                  <a:pt x="8432800" y="203200"/>
                </a:cubicBezTo>
                <a:lnTo>
                  <a:pt x="8432800" y="1270000"/>
                </a:lnTo>
                <a:cubicBezTo>
                  <a:pt x="8432800" y="1382224"/>
                  <a:pt x="8341824" y="1473200"/>
                  <a:pt x="8229600" y="1473200"/>
                </a:cubicBezTo>
                <a:lnTo>
                  <a:pt x="0" y="14732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图片占位符 12"/>
          <p:cNvSpPr>
            <a:spLocks noGrp="1"/>
          </p:cNvSpPr>
          <p:nvPr>
            <p:ph type="pic" idx="16393" hasCustomPrompt="1"/>
            <p:custDataLst>
              <p:tags r:id="rId6"/>
            </p:custDataLst>
          </p:nvPr>
        </p:nvSpPr>
        <p:spPr>
          <a:xfrm>
            <a:off x="609600" y="1524000"/>
            <a:ext cx="2540000" cy="1473200"/>
          </a:xfrm>
          <a:custGeom>
            <a:avLst/>
            <a:gdLst>
              <a:gd name="connisteX0" fmla="*/ 0 w 2540000"/>
              <a:gd name="connsiteY0" fmla="*/ 203200 h 1473200"/>
              <a:gd name="connisteX1" fmla="*/ 203200 w 2540000"/>
              <a:gd name="connsiteY1" fmla="*/ 0 h 1473200"/>
              <a:gd name="connisteX2" fmla="*/ 2540000 w 2540000"/>
              <a:gd name="connsiteY2" fmla="*/ 0 h 1473200"/>
              <a:gd name="connisteX3" fmla="*/ 2540000 w 2540000"/>
              <a:gd name="connsiteY3" fmla="*/ 1473200 h 1473200"/>
              <a:gd name="connisteX4" fmla="*/ 203200 w 2540000"/>
              <a:gd name="connsiteY4" fmla="*/ 1473200 h 1473200"/>
              <a:gd name="connisteX5" fmla="*/ 0 w 2540000"/>
              <a:gd name="connsiteY5" fmla="*/ 1270000 h 1473200"/>
              <a:gd name="connisteX6" fmla="*/ 0 w 2540000"/>
              <a:gd name="connsiteY6" fmla="*/ 20320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2540000" h="1473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2540000" y="0"/>
                </a:lnTo>
                <a:lnTo>
                  <a:pt x="2540000" y="1473200"/>
                </a:lnTo>
                <a:lnTo>
                  <a:pt x="203200" y="1473200"/>
                </a:lnTo>
                <a:cubicBezTo>
                  <a:pt x="90976" y="1473200"/>
                  <a:pt x="0" y="1382224"/>
                  <a:pt x="0" y="12700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3454400" y="1828800"/>
            <a:ext cx="7823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3454400" y="2387600"/>
            <a:ext cx="7823200" cy="304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9"/>
            </p:custDataLst>
          </p:nvPr>
        </p:nvSpPr>
        <p:spPr>
          <a:xfrm>
            <a:off x="3149600" y="3149600"/>
            <a:ext cx="8432800" cy="1473200"/>
          </a:xfrm>
          <a:custGeom>
            <a:avLst/>
            <a:gdLst>
              <a:gd name="connisteX0" fmla="*/ 0 w 8432800"/>
              <a:gd name="connsiteY0" fmla="*/ 0 h 1473200"/>
              <a:gd name="connisteX1" fmla="*/ 8229600 w 8432800"/>
              <a:gd name="connsiteY1" fmla="*/ 0 h 1473200"/>
              <a:gd name="connisteX2" fmla="*/ 8432800 w 8432800"/>
              <a:gd name="connsiteY2" fmla="*/ 203200 h 1473200"/>
              <a:gd name="connisteX3" fmla="*/ 8432800 w 8432800"/>
              <a:gd name="connsiteY3" fmla="*/ 1270000 h 1473200"/>
              <a:gd name="connisteX4" fmla="*/ 8229600 w 8432800"/>
              <a:gd name="connsiteY4" fmla="*/ 1473200 h 1473200"/>
              <a:gd name="connisteX5" fmla="*/ 0 w 8432800"/>
              <a:gd name="connsiteY5" fmla="*/ 1473200 h 1473200"/>
              <a:gd name="connisteX6" fmla="*/ 0 w 8432800"/>
              <a:gd name="connsiteY6" fmla="*/ 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8432800" h="1473200">
                <a:moveTo>
                  <a:pt x="0" y="0"/>
                </a:moveTo>
                <a:lnTo>
                  <a:pt x="8229600" y="0"/>
                </a:lnTo>
                <a:cubicBezTo>
                  <a:pt x="8341824" y="0"/>
                  <a:pt x="8432800" y="90976"/>
                  <a:pt x="8432800" y="203200"/>
                </a:cubicBezTo>
                <a:lnTo>
                  <a:pt x="8432800" y="1270000"/>
                </a:lnTo>
                <a:cubicBezTo>
                  <a:pt x="8432800" y="1382224"/>
                  <a:pt x="8341824" y="1473200"/>
                  <a:pt x="8229600" y="1473200"/>
                </a:cubicBezTo>
                <a:lnTo>
                  <a:pt x="0" y="14732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7" name="图片占位符 16"/>
          <p:cNvSpPr>
            <a:spLocks noGrp="1"/>
          </p:cNvSpPr>
          <p:nvPr>
            <p:ph type="pic" idx="16395" hasCustomPrompt="1"/>
            <p:custDataLst>
              <p:tags r:id="rId10"/>
            </p:custDataLst>
          </p:nvPr>
        </p:nvSpPr>
        <p:spPr>
          <a:xfrm>
            <a:off x="609600" y="3149600"/>
            <a:ext cx="2540000" cy="1473200"/>
          </a:xfrm>
          <a:custGeom>
            <a:avLst/>
            <a:gdLst>
              <a:gd name="connisteX0" fmla="*/ 0 w 2540000"/>
              <a:gd name="connsiteY0" fmla="*/ 203200 h 1473200"/>
              <a:gd name="connisteX1" fmla="*/ 203200 w 2540000"/>
              <a:gd name="connsiteY1" fmla="*/ 0 h 1473200"/>
              <a:gd name="connisteX2" fmla="*/ 2540000 w 2540000"/>
              <a:gd name="connsiteY2" fmla="*/ 0 h 1473200"/>
              <a:gd name="connisteX3" fmla="*/ 2540000 w 2540000"/>
              <a:gd name="connsiteY3" fmla="*/ 1473200 h 1473200"/>
              <a:gd name="connisteX4" fmla="*/ 203200 w 2540000"/>
              <a:gd name="connsiteY4" fmla="*/ 1473200 h 1473200"/>
              <a:gd name="connisteX5" fmla="*/ 0 w 2540000"/>
              <a:gd name="connsiteY5" fmla="*/ 1270000 h 1473200"/>
              <a:gd name="connisteX6" fmla="*/ 0 w 2540000"/>
              <a:gd name="connsiteY6" fmla="*/ 20320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2540000" h="1473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2540000" y="0"/>
                </a:lnTo>
                <a:lnTo>
                  <a:pt x="2540000" y="1473200"/>
                </a:lnTo>
                <a:lnTo>
                  <a:pt x="203200" y="1473200"/>
                </a:lnTo>
                <a:cubicBezTo>
                  <a:pt x="90976" y="1473200"/>
                  <a:pt x="0" y="1382224"/>
                  <a:pt x="0" y="12700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88" hasCustomPrompt="1"/>
            <p:custDataLst>
              <p:tags r:id="rId11"/>
            </p:custDataLst>
          </p:nvPr>
        </p:nvSpPr>
        <p:spPr>
          <a:xfrm>
            <a:off x="3454400" y="3454400"/>
            <a:ext cx="7823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idx="16389" hasCustomPrompt="1"/>
            <p:custDataLst>
              <p:tags r:id="rId12"/>
            </p:custDataLst>
          </p:nvPr>
        </p:nvSpPr>
        <p:spPr>
          <a:xfrm>
            <a:off x="3454400" y="4013200"/>
            <a:ext cx="7823200" cy="304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20" name="装饰  9"/>
          <p:cNvSpPr>
            <a:spLocks noGrp="1"/>
          </p:cNvSpPr>
          <p:nvPr>
            <p:ph type="body" idx="16396" hasCustomPrompt="1"/>
            <p:custDataLst>
              <p:tags r:id="rId13"/>
            </p:custDataLst>
          </p:nvPr>
        </p:nvSpPr>
        <p:spPr>
          <a:xfrm>
            <a:off x="3149600" y="4775200"/>
            <a:ext cx="8432800" cy="1473200"/>
          </a:xfrm>
          <a:custGeom>
            <a:avLst/>
            <a:gdLst>
              <a:gd name="connisteX0" fmla="*/ 0 w 8432800"/>
              <a:gd name="connsiteY0" fmla="*/ 0 h 1473200"/>
              <a:gd name="connisteX1" fmla="*/ 8229600 w 8432800"/>
              <a:gd name="connsiteY1" fmla="*/ 0 h 1473200"/>
              <a:gd name="connisteX2" fmla="*/ 8432800 w 8432800"/>
              <a:gd name="connsiteY2" fmla="*/ 203200 h 1473200"/>
              <a:gd name="connisteX3" fmla="*/ 8432800 w 8432800"/>
              <a:gd name="connsiteY3" fmla="*/ 1270000 h 1473200"/>
              <a:gd name="connisteX4" fmla="*/ 8229600 w 8432800"/>
              <a:gd name="connsiteY4" fmla="*/ 1473200 h 1473200"/>
              <a:gd name="connisteX5" fmla="*/ 0 w 8432800"/>
              <a:gd name="connsiteY5" fmla="*/ 1473200 h 1473200"/>
              <a:gd name="connisteX6" fmla="*/ 0 w 8432800"/>
              <a:gd name="connsiteY6" fmla="*/ 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8432800" h="1473200">
                <a:moveTo>
                  <a:pt x="0" y="0"/>
                </a:moveTo>
                <a:lnTo>
                  <a:pt x="8229600" y="0"/>
                </a:lnTo>
                <a:cubicBezTo>
                  <a:pt x="8341824" y="0"/>
                  <a:pt x="8432800" y="90976"/>
                  <a:pt x="8432800" y="203200"/>
                </a:cubicBezTo>
                <a:lnTo>
                  <a:pt x="8432800" y="1270000"/>
                </a:lnTo>
                <a:cubicBezTo>
                  <a:pt x="8432800" y="1382224"/>
                  <a:pt x="8341824" y="1473200"/>
                  <a:pt x="8229600" y="1473200"/>
                </a:cubicBezTo>
                <a:lnTo>
                  <a:pt x="0" y="14732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1" name="图片占位符 20"/>
          <p:cNvSpPr>
            <a:spLocks noGrp="1"/>
          </p:cNvSpPr>
          <p:nvPr>
            <p:ph type="pic" idx="16397" hasCustomPrompt="1"/>
            <p:custDataLst>
              <p:tags r:id="rId14"/>
            </p:custDataLst>
          </p:nvPr>
        </p:nvSpPr>
        <p:spPr>
          <a:xfrm>
            <a:off x="609600" y="4775200"/>
            <a:ext cx="2540000" cy="1473200"/>
          </a:xfrm>
          <a:custGeom>
            <a:avLst/>
            <a:gdLst>
              <a:gd name="connisteX0" fmla="*/ 0 w 2540000"/>
              <a:gd name="connsiteY0" fmla="*/ 203200 h 1473200"/>
              <a:gd name="connisteX1" fmla="*/ 203200 w 2540000"/>
              <a:gd name="connsiteY1" fmla="*/ 0 h 1473200"/>
              <a:gd name="connisteX2" fmla="*/ 2540000 w 2540000"/>
              <a:gd name="connsiteY2" fmla="*/ 0 h 1473200"/>
              <a:gd name="connisteX3" fmla="*/ 2540000 w 2540000"/>
              <a:gd name="connsiteY3" fmla="*/ 1473200 h 1473200"/>
              <a:gd name="connisteX4" fmla="*/ 203200 w 2540000"/>
              <a:gd name="connsiteY4" fmla="*/ 1473200 h 1473200"/>
              <a:gd name="connisteX5" fmla="*/ 0 w 2540000"/>
              <a:gd name="connsiteY5" fmla="*/ 1270000 h 1473200"/>
              <a:gd name="connisteX6" fmla="*/ 0 w 2540000"/>
              <a:gd name="connsiteY6" fmla="*/ 20320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2540000" h="1473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2540000" y="0"/>
                </a:lnTo>
                <a:lnTo>
                  <a:pt x="2540000" y="1473200"/>
                </a:lnTo>
                <a:lnTo>
                  <a:pt x="203200" y="1473200"/>
                </a:lnTo>
                <a:cubicBezTo>
                  <a:pt x="90976" y="1473200"/>
                  <a:pt x="0" y="1382224"/>
                  <a:pt x="0" y="12700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22" name="文本占位符 21"/>
          <p:cNvSpPr>
            <a:spLocks noGrp="1"/>
          </p:cNvSpPr>
          <p:nvPr>
            <p:ph type="body" idx="16390" hasCustomPrompt="1"/>
            <p:custDataLst>
              <p:tags r:id="rId15"/>
            </p:custDataLst>
          </p:nvPr>
        </p:nvSpPr>
        <p:spPr>
          <a:xfrm>
            <a:off x="3454400" y="5080000"/>
            <a:ext cx="7823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23" name="文本占位符 22"/>
          <p:cNvSpPr>
            <a:spLocks noGrp="1"/>
          </p:cNvSpPr>
          <p:nvPr>
            <p:ph type="body" idx="16391" hasCustomPrompt="1"/>
            <p:custDataLst>
              <p:tags r:id="rId16"/>
            </p:custDataLst>
          </p:nvPr>
        </p:nvSpPr>
        <p:spPr>
          <a:xfrm>
            <a:off x="3454400" y="5638800"/>
            <a:ext cx="7823200" cy="304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上标下内-装饰无-颜色错位-并列-2_19_group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装饰  1"/>
          <p:cNvSpPr>
            <a:spLocks noGrp="1"/>
          </p:cNvSpPr>
          <p:nvPr>
            <p:ph type="body" idx="16392" hasCustomPrompt="1"/>
            <p:custDataLst>
              <p:tags r:id="rId5"/>
            </p:custDataLst>
          </p:nvPr>
        </p:nvSpPr>
        <p:spPr>
          <a:xfrm>
            <a:off x="3149600" y="1524000"/>
            <a:ext cx="8432800" cy="1473200"/>
          </a:xfrm>
          <a:custGeom>
            <a:avLst/>
            <a:gdLst>
              <a:gd name="connisteX0" fmla="*/ 0 w 8432800"/>
              <a:gd name="connsiteY0" fmla="*/ 0 h 1473200"/>
              <a:gd name="connisteX1" fmla="*/ 8229600 w 8432800"/>
              <a:gd name="connsiteY1" fmla="*/ 0 h 1473200"/>
              <a:gd name="connisteX2" fmla="*/ 8432800 w 8432800"/>
              <a:gd name="connsiteY2" fmla="*/ 203200 h 1473200"/>
              <a:gd name="connisteX3" fmla="*/ 8432800 w 8432800"/>
              <a:gd name="connsiteY3" fmla="*/ 1270000 h 1473200"/>
              <a:gd name="connisteX4" fmla="*/ 8229600 w 8432800"/>
              <a:gd name="connsiteY4" fmla="*/ 1473200 h 1473200"/>
              <a:gd name="connisteX5" fmla="*/ 0 w 8432800"/>
              <a:gd name="connsiteY5" fmla="*/ 1473200 h 1473200"/>
              <a:gd name="connisteX6" fmla="*/ 0 w 8432800"/>
              <a:gd name="connsiteY6" fmla="*/ 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8432800" h="1473200">
                <a:moveTo>
                  <a:pt x="0" y="0"/>
                </a:moveTo>
                <a:lnTo>
                  <a:pt x="8229600" y="0"/>
                </a:lnTo>
                <a:cubicBezTo>
                  <a:pt x="8341824" y="0"/>
                  <a:pt x="8432800" y="90976"/>
                  <a:pt x="8432800" y="203200"/>
                </a:cubicBezTo>
                <a:lnTo>
                  <a:pt x="8432800" y="1270000"/>
                </a:lnTo>
                <a:cubicBezTo>
                  <a:pt x="8432800" y="1382224"/>
                  <a:pt x="8341824" y="1473200"/>
                  <a:pt x="8229600" y="1473200"/>
                </a:cubicBezTo>
                <a:lnTo>
                  <a:pt x="0" y="14732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图片占位符 12"/>
          <p:cNvSpPr>
            <a:spLocks noGrp="1"/>
          </p:cNvSpPr>
          <p:nvPr>
            <p:ph type="pic" idx="16393" hasCustomPrompt="1"/>
            <p:custDataLst>
              <p:tags r:id="rId6"/>
            </p:custDataLst>
          </p:nvPr>
        </p:nvSpPr>
        <p:spPr>
          <a:xfrm>
            <a:off x="609600" y="1524000"/>
            <a:ext cx="2540000" cy="1473200"/>
          </a:xfrm>
          <a:custGeom>
            <a:avLst/>
            <a:gdLst>
              <a:gd name="connisteX0" fmla="*/ 0 w 2540000"/>
              <a:gd name="connsiteY0" fmla="*/ 203200 h 1473200"/>
              <a:gd name="connisteX1" fmla="*/ 203200 w 2540000"/>
              <a:gd name="connsiteY1" fmla="*/ 0 h 1473200"/>
              <a:gd name="connisteX2" fmla="*/ 2540000 w 2540000"/>
              <a:gd name="connsiteY2" fmla="*/ 0 h 1473200"/>
              <a:gd name="connisteX3" fmla="*/ 2540000 w 2540000"/>
              <a:gd name="connsiteY3" fmla="*/ 1473200 h 1473200"/>
              <a:gd name="connisteX4" fmla="*/ 203200 w 2540000"/>
              <a:gd name="connsiteY4" fmla="*/ 1473200 h 1473200"/>
              <a:gd name="connisteX5" fmla="*/ 0 w 2540000"/>
              <a:gd name="connsiteY5" fmla="*/ 1270000 h 1473200"/>
              <a:gd name="connisteX6" fmla="*/ 0 w 2540000"/>
              <a:gd name="connsiteY6" fmla="*/ 20320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2540000" h="1473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2540000" y="0"/>
                </a:lnTo>
                <a:lnTo>
                  <a:pt x="2540000" y="1473200"/>
                </a:lnTo>
                <a:lnTo>
                  <a:pt x="203200" y="1473200"/>
                </a:lnTo>
                <a:cubicBezTo>
                  <a:pt x="90976" y="1473200"/>
                  <a:pt x="0" y="1382224"/>
                  <a:pt x="0" y="12700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3454400" y="1828800"/>
            <a:ext cx="7823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3454400" y="2387600"/>
            <a:ext cx="7823200" cy="304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9"/>
            </p:custDataLst>
          </p:nvPr>
        </p:nvSpPr>
        <p:spPr>
          <a:xfrm>
            <a:off x="3149600" y="3149600"/>
            <a:ext cx="8432800" cy="1473200"/>
          </a:xfrm>
          <a:custGeom>
            <a:avLst/>
            <a:gdLst>
              <a:gd name="connisteX0" fmla="*/ 0 w 8432800"/>
              <a:gd name="connsiteY0" fmla="*/ 0 h 1473200"/>
              <a:gd name="connisteX1" fmla="*/ 8229600 w 8432800"/>
              <a:gd name="connsiteY1" fmla="*/ 0 h 1473200"/>
              <a:gd name="connisteX2" fmla="*/ 8432800 w 8432800"/>
              <a:gd name="connsiteY2" fmla="*/ 203200 h 1473200"/>
              <a:gd name="connisteX3" fmla="*/ 8432800 w 8432800"/>
              <a:gd name="connsiteY3" fmla="*/ 1270000 h 1473200"/>
              <a:gd name="connisteX4" fmla="*/ 8229600 w 8432800"/>
              <a:gd name="connsiteY4" fmla="*/ 1473200 h 1473200"/>
              <a:gd name="connisteX5" fmla="*/ 0 w 8432800"/>
              <a:gd name="connsiteY5" fmla="*/ 1473200 h 1473200"/>
              <a:gd name="connisteX6" fmla="*/ 0 w 8432800"/>
              <a:gd name="connsiteY6" fmla="*/ 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8432800" h="1473200">
                <a:moveTo>
                  <a:pt x="0" y="0"/>
                </a:moveTo>
                <a:lnTo>
                  <a:pt x="8229600" y="0"/>
                </a:lnTo>
                <a:cubicBezTo>
                  <a:pt x="8341824" y="0"/>
                  <a:pt x="8432800" y="90976"/>
                  <a:pt x="8432800" y="203200"/>
                </a:cubicBezTo>
                <a:lnTo>
                  <a:pt x="8432800" y="1270000"/>
                </a:lnTo>
                <a:cubicBezTo>
                  <a:pt x="8432800" y="1382224"/>
                  <a:pt x="8341824" y="1473200"/>
                  <a:pt x="8229600" y="1473200"/>
                </a:cubicBezTo>
                <a:lnTo>
                  <a:pt x="0" y="14732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7" name="图片占位符 16"/>
          <p:cNvSpPr>
            <a:spLocks noGrp="1"/>
          </p:cNvSpPr>
          <p:nvPr>
            <p:ph type="pic" idx="16395" hasCustomPrompt="1"/>
            <p:custDataLst>
              <p:tags r:id="rId10"/>
            </p:custDataLst>
          </p:nvPr>
        </p:nvSpPr>
        <p:spPr>
          <a:xfrm>
            <a:off x="609600" y="3149600"/>
            <a:ext cx="2540000" cy="1473200"/>
          </a:xfrm>
          <a:custGeom>
            <a:avLst/>
            <a:gdLst>
              <a:gd name="connisteX0" fmla="*/ 0 w 2540000"/>
              <a:gd name="connsiteY0" fmla="*/ 203200 h 1473200"/>
              <a:gd name="connisteX1" fmla="*/ 203200 w 2540000"/>
              <a:gd name="connsiteY1" fmla="*/ 0 h 1473200"/>
              <a:gd name="connisteX2" fmla="*/ 2540000 w 2540000"/>
              <a:gd name="connsiteY2" fmla="*/ 0 h 1473200"/>
              <a:gd name="connisteX3" fmla="*/ 2540000 w 2540000"/>
              <a:gd name="connsiteY3" fmla="*/ 1473200 h 1473200"/>
              <a:gd name="connisteX4" fmla="*/ 203200 w 2540000"/>
              <a:gd name="connsiteY4" fmla="*/ 1473200 h 1473200"/>
              <a:gd name="connisteX5" fmla="*/ 0 w 2540000"/>
              <a:gd name="connsiteY5" fmla="*/ 1270000 h 1473200"/>
              <a:gd name="connisteX6" fmla="*/ 0 w 2540000"/>
              <a:gd name="connsiteY6" fmla="*/ 20320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2540000" h="1473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2540000" y="0"/>
                </a:lnTo>
                <a:lnTo>
                  <a:pt x="2540000" y="1473200"/>
                </a:lnTo>
                <a:lnTo>
                  <a:pt x="203200" y="1473200"/>
                </a:lnTo>
                <a:cubicBezTo>
                  <a:pt x="90976" y="1473200"/>
                  <a:pt x="0" y="1382224"/>
                  <a:pt x="0" y="12700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88" hasCustomPrompt="1"/>
            <p:custDataLst>
              <p:tags r:id="rId11"/>
            </p:custDataLst>
          </p:nvPr>
        </p:nvSpPr>
        <p:spPr>
          <a:xfrm>
            <a:off x="3454400" y="3454400"/>
            <a:ext cx="7823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idx="16389" hasCustomPrompt="1"/>
            <p:custDataLst>
              <p:tags r:id="rId12"/>
            </p:custDataLst>
          </p:nvPr>
        </p:nvSpPr>
        <p:spPr>
          <a:xfrm>
            <a:off x="3454400" y="4013200"/>
            <a:ext cx="7823200" cy="304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20" name="装饰  9"/>
          <p:cNvSpPr>
            <a:spLocks noGrp="1"/>
          </p:cNvSpPr>
          <p:nvPr>
            <p:ph type="body" idx="16396" hasCustomPrompt="1"/>
            <p:custDataLst>
              <p:tags r:id="rId13"/>
            </p:custDataLst>
          </p:nvPr>
        </p:nvSpPr>
        <p:spPr>
          <a:xfrm>
            <a:off x="3149600" y="4775200"/>
            <a:ext cx="8432800" cy="1473200"/>
          </a:xfrm>
          <a:custGeom>
            <a:avLst/>
            <a:gdLst>
              <a:gd name="connisteX0" fmla="*/ 0 w 8432800"/>
              <a:gd name="connsiteY0" fmla="*/ 0 h 1473200"/>
              <a:gd name="connisteX1" fmla="*/ 8229600 w 8432800"/>
              <a:gd name="connsiteY1" fmla="*/ 0 h 1473200"/>
              <a:gd name="connisteX2" fmla="*/ 8432800 w 8432800"/>
              <a:gd name="connsiteY2" fmla="*/ 203200 h 1473200"/>
              <a:gd name="connisteX3" fmla="*/ 8432800 w 8432800"/>
              <a:gd name="connsiteY3" fmla="*/ 1270000 h 1473200"/>
              <a:gd name="connisteX4" fmla="*/ 8229600 w 8432800"/>
              <a:gd name="connsiteY4" fmla="*/ 1473200 h 1473200"/>
              <a:gd name="connisteX5" fmla="*/ 0 w 8432800"/>
              <a:gd name="connsiteY5" fmla="*/ 1473200 h 1473200"/>
              <a:gd name="connisteX6" fmla="*/ 0 w 8432800"/>
              <a:gd name="connsiteY6" fmla="*/ 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8432800" h="1473200">
                <a:moveTo>
                  <a:pt x="0" y="0"/>
                </a:moveTo>
                <a:lnTo>
                  <a:pt x="8229600" y="0"/>
                </a:lnTo>
                <a:cubicBezTo>
                  <a:pt x="8341824" y="0"/>
                  <a:pt x="8432800" y="90976"/>
                  <a:pt x="8432800" y="203200"/>
                </a:cubicBezTo>
                <a:lnTo>
                  <a:pt x="8432800" y="1270000"/>
                </a:lnTo>
                <a:cubicBezTo>
                  <a:pt x="8432800" y="1382224"/>
                  <a:pt x="8341824" y="1473200"/>
                  <a:pt x="8229600" y="1473200"/>
                </a:cubicBezTo>
                <a:lnTo>
                  <a:pt x="0" y="14732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1" name="图片占位符 20"/>
          <p:cNvSpPr>
            <a:spLocks noGrp="1"/>
          </p:cNvSpPr>
          <p:nvPr>
            <p:ph type="pic" idx="16397" hasCustomPrompt="1"/>
            <p:custDataLst>
              <p:tags r:id="rId14"/>
            </p:custDataLst>
          </p:nvPr>
        </p:nvSpPr>
        <p:spPr>
          <a:xfrm>
            <a:off x="609600" y="4775200"/>
            <a:ext cx="2540000" cy="1473200"/>
          </a:xfrm>
          <a:custGeom>
            <a:avLst/>
            <a:gdLst>
              <a:gd name="connisteX0" fmla="*/ 0 w 2540000"/>
              <a:gd name="connsiteY0" fmla="*/ 203200 h 1473200"/>
              <a:gd name="connisteX1" fmla="*/ 203200 w 2540000"/>
              <a:gd name="connsiteY1" fmla="*/ 0 h 1473200"/>
              <a:gd name="connisteX2" fmla="*/ 2540000 w 2540000"/>
              <a:gd name="connsiteY2" fmla="*/ 0 h 1473200"/>
              <a:gd name="connisteX3" fmla="*/ 2540000 w 2540000"/>
              <a:gd name="connsiteY3" fmla="*/ 1473200 h 1473200"/>
              <a:gd name="connisteX4" fmla="*/ 203200 w 2540000"/>
              <a:gd name="connsiteY4" fmla="*/ 1473200 h 1473200"/>
              <a:gd name="connisteX5" fmla="*/ 0 w 2540000"/>
              <a:gd name="connsiteY5" fmla="*/ 1270000 h 1473200"/>
              <a:gd name="connisteX6" fmla="*/ 0 w 2540000"/>
              <a:gd name="connsiteY6" fmla="*/ 20320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2540000" h="1473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2540000" y="0"/>
                </a:lnTo>
                <a:lnTo>
                  <a:pt x="2540000" y="1473200"/>
                </a:lnTo>
                <a:lnTo>
                  <a:pt x="203200" y="1473200"/>
                </a:lnTo>
                <a:cubicBezTo>
                  <a:pt x="90976" y="1473200"/>
                  <a:pt x="0" y="1382224"/>
                  <a:pt x="0" y="12700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22" name="文本占位符 21"/>
          <p:cNvSpPr>
            <a:spLocks noGrp="1"/>
          </p:cNvSpPr>
          <p:nvPr>
            <p:ph type="body" idx="16390" hasCustomPrompt="1"/>
            <p:custDataLst>
              <p:tags r:id="rId15"/>
            </p:custDataLst>
          </p:nvPr>
        </p:nvSpPr>
        <p:spPr>
          <a:xfrm>
            <a:off x="3454400" y="5080000"/>
            <a:ext cx="7823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23" name="文本占位符 22"/>
          <p:cNvSpPr>
            <a:spLocks noGrp="1"/>
          </p:cNvSpPr>
          <p:nvPr>
            <p:ph type="body" idx="16391" hasCustomPrompt="1"/>
            <p:custDataLst>
              <p:tags r:id="rId16"/>
            </p:custDataLst>
          </p:nvPr>
        </p:nvSpPr>
        <p:spPr>
          <a:xfrm>
            <a:off x="3454400" y="5638800"/>
            <a:ext cx="7823200" cy="304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2_2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装饰  1"/>
          <p:cNvSpPr>
            <a:spLocks noGrp="1"/>
          </p:cNvSpPr>
          <p:nvPr>
            <p:ph type="body" idx="16393" hasCustomPrompt="1"/>
            <p:custDataLst>
              <p:tags r:id="rId5"/>
            </p:custDataLst>
          </p:nvPr>
        </p:nvSpPr>
        <p:spPr>
          <a:xfrm>
            <a:off x="6096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装饰  2"/>
          <p:cNvSpPr>
            <a:spLocks noGrp="1"/>
          </p:cNvSpPr>
          <p:nvPr>
            <p:ph type="body" idx="16394" hasCustomPrompt="1"/>
            <p:custDataLst>
              <p:tags r:id="rId6"/>
            </p:custDataLst>
          </p:nvPr>
        </p:nvSpPr>
        <p:spPr>
          <a:xfrm>
            <a:off x="1574800" y="2209800"/>
            <a:ext cx="1524000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4" name="图片占位符 13"/>
          <p:cNvSpPr>
            <a:spLocks noGrp="1"/>
          </p:cNvSpPr>
          <p:nvPr>
            <p:ph type="pic" idx="16392" hasCustomPrompt="1"/>
            <p:custDataLst>
              <p:tags r:id="rId7"/>
            </p:custDataLst>
          </p:nvPr>
        </p:nvSpPr>
        <p:spPr>
          <a:xfrm>
            <a:off x="1930400" y="2565400"/>
            <a:ext cx="812800" cy="8128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6" hasCustomPrompt="1"/>
            <p:custDataLst>
              <p:tags r:id="rId8"/>
            </p:custDataLst>
          </p:nvPr>
        </p:nvSpPr>
        <p:spPr>
          <a:xfrm>
            <a:off x="1016000" y="4089400"/>
            <a:ext cx="26416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16" name="文本占位符 15"/>
          <p:cNvSpPr>
            <a:spLocks noGrp="1"/>
          </p:cNvSpPr>
          <p:nvPr>
            <p:ph type="body" idx="16387" hasCustomPrompt="1"/>
            <p:custDataLst>
              <p:tags r:id="rId9"/>
            </p:custDataLst>
          </p:nvPr>
        </p:nvSpPr>
        <p:spPr>
          <a:xfrm>
            <a:off x="1016000" y="4648200"/>
            <a:ext cx="26416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7" name="装饰  6"/>
          <p:cNvSpPr>
            <a:spLocks noGrp="1"/>
          </p:cNvSpPr>
          <p:nvPr>
            <p:ph type="body" idx="16396" hasCustomPrompt="1"/>
            <p:custDataLst>
              <p:tags r:id="rId10"/>
            </p:custDataLst>
          </p:nvPr>
        </p:nvSpPr>
        <p:spPr>
          <a:xfrm>
            <a:off x="43688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8" name="装饰  7"/>
          <p:cNvSpPr>
            <a:spLocks noGrp="1"/>
          </p:cNvSpPr>
          <p:nvPr>
            <p:ph type="body" idx="16397" hasCustomPrompt="1"/>
            <p:custDataLst>
              <p:tags r:id="rId11"/>
            </p:custDataLst>
          </p:nvPr>
        </p:nvSpPr>
        <p:spPr>
          <a:xfrm>
            <a:off x="5334000" y="2209800"/>
            <a:ext cx="1524000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rgbClr val="FFFFFF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9" name="图片占位符 18"/>
          <p:cNvSpPr>
            <a:spLocks noGrp="1"/>
          </p:cNvSpPr>
          <p:nvPr>
            <p:ph type="pic" idx="16395" hasCustomPrompt="1"/>
            <p:custDataLst>
              <p:tags r:id="rId12"/>
            </p:custDataLst>
          </p:nvPr>
        </p:nvSpPr>
        <p:spPr>
          <a:xfrm>
            <a:off x="5689600" y="2565400"/>
            <a:ext cx="812800" cy="8128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20" name="文本占位符 19"/>
          <p:cNvSpPr>
            <a:spLocks noGrp="1"/>
          </p:cNvSpPr>
          <p:nvPr>
            <p:ph type="body" idx="16388" hasCustomPrompt="1"/>
            <p:custDataLst>
              <p:tags r:id="rId13"/>
            </p:custDataLst>
          </p:nvPr>
        </p:nvSpPr>
        <p:spPr>
          <a:xfrm>
            <a:off x="4775200" y="4089400"/>
            <a:ext cx="26416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21" name="文本占位符 20"/>
          <p:cNvSpPr>
            <a:spLocks noGrp="1"/>
          </p:cNvSpPr>
          <p:nvPr>
            <p:ph type="body" idx="16389" hasCustomPrompt="1"/>
            <p:custDataLst>
              <p:tags r:id="rId14"/>
            </p:custDataLst>
          </p:nvPr>
        </p:nvSpPr>
        <p:spPr>
          <a:xfrm>
            <a:off x="4775200" y="4648200"/>
            <a:ext cx="26416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22" name="装饰  1"/>
          <p:cNvSpPr>
            <a:spLocks noGrp="1"/>
          </p:cNvSpPr>
          <p:nvPr>
            <p:ph type="body" idx="16399" hasCustomPrompt="1"/>
            <p:custDataLst>
              <p:tags r:id="rId15"/>
            </p:custDataLst>
          </p:nvPr>
        </p:nvSpPr>
        <p:spPr>
          <a:xfrm>
            <a:off x="81280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3" name="装饰  2"/>
          <p:cNvSpPr>
            <a:spLocks noGrp="1"/>
          </p:cNvSpPr>
          <p:nvPr>
            <p:ph type="body" idx="16400" hasCustomPrompt="1"/>
            <p:custDataLst>
              <p:tags r:id="rId16"/>
            </p:custDataLst>
          </p:nvPr>
        </p:nvSpPr>
        <p:spPr>
          <a:xfrm>
            <a:off x="9093200" y="2209800"/>
            <a:ext cx="1524000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4" name="图片占位符 23"/>
          <p:cNvSpPr>
            <a:spLocks noGrp="1"/>
          </p:cNvSpPr>
          <p:nvPr>
            <p:ph type="pic" idx="16398" hasCustomPrompt="1"/>
            <p:custDataLst>
              <p:tags r:id="rId17"/>
            </p:custDataLst>
          </p:nvPr>
        </p:nvSpPr>
        <p:spPr>
          <a:xfrm>
            <a:off x="9448800" y="2565400"/>
            <a:ext cx="812800" cy="8128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25" name="文本占位符 24"/>
          <p:cNvSpPr>
            <a:spLocks noGrp="1"/>
          </p:cNvSpPr>
          <p:nvPr>
            <p:ph type="body" idx="16390" hasCustomPrompt="1"/>
            <p:custDataLst>
              <p:tags r:id="rId18"/>
            </p:custDataLst>
          </p:nvPr>
        </p:nvSpPr>
        <p:spPr>
          <a:xfrm>
            <a:off x="8534400" y="4089400"/>
            <a:ext cx="26416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26" name="文本占位符 25"/>
          <p:cNvSpPr>
            <a:spLocks noGrp="1"/>
          </p:cNvSpPr>
          <p:nvPr>
            <p:ph type="body" idx="16391" hasCustomPrompt="1"/>
            <p:custDataLst>
              <p:tags r:id="rId19"/>
            </p:custDataLst>
          </p:nvPr>
        </p:nvSpPr>
        <p:spPr>
          <a:xfrm>
            <a:off x="8534400" y="4648200"/>
            <a:ext cx="26416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9_1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装饰  1"/>
          <p:cNvSpPr>
            <a:spLocks noGrp="1"/>
          </p:cNvSpPr>
          <p:nvPr>
            <p:ph type="body" idx="16393" hasCustomPrompt="1"/>
            <p:custDataLst>
              <p:tags r:id="rId5"/>
            </p:custDataLst>
          </p:nvPr>
        </p:nvSpPr>
        <p:spPr>
          <a:xfrm>
            <a:off x="6096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图片占位符 12"/>
          <p:cNvSpPr>
            <a:spLocks noGrp="1"/>
          </p:cNvSpPr>
          <p:nvPr>
            <p:ph type="pic" idx="16392" hasCustomPrompt="1"/>
            <p:custDataLst>
              <p:tags r:id="rId6"/>
            </p:custDataLst>
          </p:nvPr>
        </p:nvSpPr>
        <p:spPr>
          <a:xfrm>
            <a:off x="1574800" y="2057400"/>
            <a:ext cx="1524000" cy="15240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1016000" y="3937000"/>
            <a:ext cx="26416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1016000" y="4495800"/>
            <a:ext cx="26416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6" name="装饰  5"/>
          <p:cNvSpPr>
            <a:spLocks noGrp="1"/>
          </p:cNvSpPr>
          <p:nvPr>
            <p:ph type="body" idx="16395" hasCustomPrompt="1"/>
            <p:custDataLst>
              <p:tags r:id="rId9"/>
            </p:custDataLst>
          </p:nvPr>
        </p:nvSpPr>
        <p:spPr>
          <a:xfrm>
            <a:off x="43688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7" name="图片占位符 16"/>
          <p:cNvSpPr>
            <a:spLocks noGrp="1"/>
          </p:cNvSpPr>
          <p:nvPr>
            <p:ph type="pic" idx="16394" hasCustomPrompt="1"/>
            <p:custDataLst>
              <p:tags r:id="rId10"/>
            </p:custDataLst>
          </p:nvPr>
        </p:nvSpPr>
        <p:spPr>
          <a:xfrm>
            <a:off x="5334000" y="2057400"/>
            <a:ext cx="1524000" cy="15240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88" hasCustomPrompt="1"/>
            <p:custDataLst>
              <p:tags r:id="rId11"/>
            </p:custDataLst>
          </p:nvPr>
        </p:nvSpPr>
        <p:spPr>
          <a:xfrm>
            <a:off x="4775200" y="3937000"/>
            <a:ext cx="26416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idx="16389" hasCustomPrompt="1"/>
            <p:custDataLst>
              <p:tags r:id="rId12"/>
            </p:custDataLst>
          </p:nvPr>
        </p:nvSpPr>
        <p:spPr>
          <a:xfrm>
            <a:off x="4775200" y="4495800"/>
            <a:ext cx="26416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20" name="装饰  9"/>
          <p:cNvSpPr>
            <a:spLocks noGrp="1"/>
          </p:cNvSpPr>
          <p:nvPr>
            <p:ph type="body" idx="16397" hasCustomPrompt="1"/>
            <p:custDataLst>
              <p:tags r:id="rId13"/>
            </p:custDataLst>
          </p:nvPr>
        </p:nvSpPr>
        <p:spPr>
          <a:xfrm>
            <a:off x="81280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1" name="图片占位符 20"/>
          <p:cNvSpPr>
            <a:spLocks noGrp="1"/>
          </p:cNvSpPr>
          <p:nvPr>
            <p:ph type="pic" idx="16396" hasCustomPrompt="1"/>
            <p:custDataLst>
              <p:tags r:id="rId14"/>
            </p:custDataLst>
          </p:nvPr>
        </p:nvSpPr>
        <p:spPr>
          <a:xfrm>
            <a:off x="9093200" y="2057400"/>
            <a:ext cx="1524000" cy="15240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22" name="文本占位符 21"/>
          <p:cNvSpPr>
            <a:spLocks noGrp="1"/>
          </p:cNvSpPr>
          <p:nvPr>
            <p:ph type="body" idx="16390" hasCustomPrompt="1"/>
            <p:custDataLst>
              <p:tags r:id="rId15"/>
            </p:custDataLst>
          </p:nvPr>
        </p:nvSpPr>
        <p:spPr>
          <a:xfrm>
            <a:off x="8534400" y="3937000"/>
            <a:ext cx="26416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23" name="文本占位符 22"/>
          <p:cNvSpPr>
            <a:spLocks noGrp="1"/>
          </p:cNvSpPr>
          <p:nvPr>
            <p:ph type="body" idx="16391" hasCustomPrompt="1"/>
            <p:custDataLst>
              <p:tags r:id="rId16"/>
            </p:custDataLst>
          </p:nvPr>
        </p:nvSpPr>
        <p:spPr>
          <a:xfrm>
            <a:off x="8534400" y="4495800"/>
            <a:ext cx="26416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12_1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内容占位符 11"/>
          <p:cNvSpPr>
            <a:spLocks noGrp="1"/>
          </p:cNvSpPr>
          <p:nvPr>
            <p:ph idx="16392" hasCustomPrompt="1"/>
            <p:custDataLst>
              <p:tags r:id="rId5"/>
            </p:custDataLst>
          </p:nvPr>
        </p:nvSpPr>
        <p:spPr>
          <a:xfrm>
            <a:off x="609600" y="1524000"/>
            <a:ext cx="5486400" cy="4724400"/>
          </a:xfrm>
          <a:custGeom>
            <a:avLst/>
            <a:gdLst>
              <a:gd name="connisteX0" fmla="*/ 0 w 5486400"/>
              <a:gd name="connsiteY0" fmla="*/ 203200 h 4724400"/>
              <a:gd name="connisteX1" fmla="*/ 203200 w 5486400"/>
              <a:gd name="connsiteY1" fmla="*/ 0 h 4724400"/>
              <a:gd name="connisteX2" fmla="*/ 5283200 w 5486400"/>
              <a:gd name="connsiteY2" fmla="*/ 0 h 4724400"/>
              <a:gd name="connisteX3" fmla="*/ 5486400 w 5486400"/>
              <a:gd name="connsiteY3" fmla="*/ 203200 h 4724400"/>
              <a:gd name="connisteX4" fmla="*/ 5486400 w 5486400"/>
              <a:gd name="connsiteY4" fmla="*/ 4521200 h 4724400"/>
              <a:gd name="connisteX5" fmla="*/ 5283200 w 5486400"/>
              <a:gd name="connsiteY5" fmla="*/ 4724400 h 4724400"/>
              <a:gd name="connisteX6" fmla="*/ 203200 w 5486400"/>
              <a:gd name="connsiteY6" fmla="*/ 4724400 h 4724400"/>
              <a:gd name="connisteX7" fmla="*/ 0 w 5486400"/>
              <a:gd name="connsiteY7" fmla="*/ 4521200 h 4724400"/>
              <a:gd name="connisteX8" fmla="*/ 0 w 5486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5486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283200" y="0"/>
                </a:lnTo>
                <a:cubicBezTo>
                  <a:pt x="5395424" y="0"/>
                  <a:pt x="5486400" y="90976"/>
                  <a:pt x="5486400" y="203200"/>
                </a:cubicBezTo>
                <a:lnTo>
                  <a:pt x="5486400" y="4521200"/>
                </a:lnTo>
                <a:cubicBezTo>
                  <a:pt x="5486400" y="4633424"/>
                  <a:pt x="5395424" y="4724400"/>
                  <a:pt x="5283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文本占位符 12"/>
          <p:cNvSpPr>
            <a:spLocks noGrp="1"/>
          </p:cNvSpPr>
          <p:nvPr>
            <p:ph type="body" idx="16386" hasCustomPrompt="1"/>
            <p:custDataLst>
              <p:tags r:id="rId6"/>
            </p:custDataLst>
          </p:nvPr>
        </p:nvSpPr>
        <p:spPr>
          <a:xfrm>
            <a:off x="6553200" y="1524000"/>
            <a:ext cx="5029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7" hasCustomPrompt="1"/>
            <p:custDataLst>
              <p:tags r:id="rId7"/>
            </p:custDataLst>
          </p:nvPr>
        </p:nvSpPr>
        <p:spPr>
          <a:xfrm>
            <a:off x="6553200" y="2082800"/>
            <a:ext cx="5029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8" hasCustomPrompt="1"/>
            <p:custDataLst>
              <p:tags r:id="rId8"/>
            </p:custDataLst>
          </p:nvPr>
        </p:nvSpPr>
        <p:spPr>
          <a:xfrm>
            <a:off x="6553200" y="3302000"/>
            <a:ext cx="5029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6" name="文本占位符 15"/>
          <p:cNvSpPr>
            <a:spLocks noGrp="1"/>
          </p:cNvSpPr>
          <p:nvPr>
            <p:ph type="body" idx="16389" hasCustomPrompt="1"/>
            <p:custDataLst>
              <p:tags r:id="rId9"/>
            </p:custDataLst>
          </p:nvPr>
        </p:nvSpPr>
        <p:spPr>
          <a:xfrm>
            <a:off x="6553200" y="3860800"/>
            <a:ext cx="5029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7" name="文本占位符 16"/>
          <p:cNvSpPr>
            <a:spLocks noGrp="1"/>
          </p:cNvSpPr>
          <p:nvPr>
            <p:ph type="body" idx="16390" hasCustomPrompt="1"/>
            <p:custDataLst>
              <p:tags r:id="rId10"/>
            </p:custDataLst>
          </p:nvPr>
        </p:nvSpPr>
        <p:spPr>
          <a:xfrm>
            <a:off x="6553200" y="5080000"/>
            <a:ext cx="5029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91" hasCustomPrompt="1"/>
            <p:custDataLst>
              <p:tags r:id="rId11"/>
            </p:custDataLst>
          </p:nvPr>
        </p:nvSpPr>
        <p:spPr>
          <a:xfrm>
            <a:off x="6553200" y="5638800"/>
            <a:ext cx="5029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1_2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装饰  1"/>
          <p:cNvSpPr>
            <a:spLocks noGrp="1"/>
          </p:cNvSpPr>
          <p:nvPr>
            <p:ph type="body" idx="16392" hasCustomPrompt="1"/>
            <p:custDataLst>
              <p:tags r:id="rId5"/>
            </p:custDataLst>
          </p:nvPr>
        </p:nvSpPr>
        <p:spPr>
          <a:xfrm>
            <a:off x="6096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图片占位符 12"/>
          <p:cNvSpPr>
            <a:spLocks noGrp="1"/>
          </p:cNvSpPr>
          <p:nvPr>
            <p:ph type="pic" idx="16393" hasCustomPrompt="1"/>
            <p:custDataLst>
              <p:tags r:id="rId6"/>
            </p:custDataLst>
          </p:nvPr>
        </p:nvSpPr>
        <p:spPr>
          <a:xfrm>
            <a:off x="1574800" y="1905000"/>
            <a:ext cx="1524000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1016000" y="3784600"/>
            <a:ext cx="26416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1016000" y="4343400"/>
            <a:ext cx="2641600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9"/>
            </p:custDataLst>
          </p:nvPr>
        </p:nvSpPr>
        <p:spPr>
          <a:xfrm>
            <a:off x="43688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7" name="图片占位符 16"/>
          <p:cNvSpPr>
            <a:spLocks noGrp="1"/>
          </p:cNvSpPr>
          <p:nvPr>
            <p:ph type="pic" idx="16395" hasCustomPrompt="1"/>
            <p:custDataLst>
              <p:tags r:id="rId10"/>
            </p:custDataLst>
          </p:nvPr>
        </p:nvSpPr>
        <p:spPr>
          <a:xfrm>
            <a:off x="5334000" y="1905000"/>
            <a:ext cx="1524000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88" hasCustomPrompt="1"/>
            <p:custDataLst>
              <p:tags r:id="rId11"/>
            </p:custDataLst>
          </p:nvPr>
        </p:nvSpPr>
        <p:spPr>
          <a:xfrm>
            <a:off x="4775200" y="3784600"/>
            <a:ext cx="26416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idx="16389" hasCustomPrompt="1"/>
            <p:custDataLst>
              <p:tags r:id="rId12"/>
            </p:custDataLst>
          </p:nvPr>
        </p:nvSpPr>
        <p:spPr>
          <a:xfrm>
            <a:off x="4775200" y="4343400"/>
            <a:ext cx="2641600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20" name="装饰  9"/>
          <p:cNvSpPr>
            <a:spLocks noGrp="1"/>
          </p:cNvSpPr>
          <p:nvPr>
            <p:ph type="body" idx="16396" hasCustomPrompt="1"/>
            <p:custDataLst>
              <p:tags r:id="rId13"/>
            </p:custDataLst>
          </p:nvPr>
        </p:nvSpPr>
        <p:spPr>
          <a:xfrm>
            <a:off x="81280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1" name="图片占位符 20"/>
          <p:cNvSpPr>
            <a:spLocks noGrp="1"/>
          </p:cNvSpPr>
          <p:nvPr>
            <p:ph type="pic" idx="16397" hasCustomPrompt="1"/>
            <p:custDataLst>
              <p:tags r:id="rId14"/>
            </p:custDataLst>
          </p:nvPr>
        </p:nvSpPr>
        <p:spPr>
          <a:xfrm>
            <a:off x="9093200" y="1905000"/>
            <a:ext cx="1524000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22" name="文本占位符 21"/>
          <p:cNvSpPr>
            <a:spLocks noGrp="1"/>
          </p:cNvSpPr>
          <p:nvPr>
            <p:ph type="body" idx="16390" hasCustomPrompt="1"/>
            <p:custDataLst>
              <p:tags r:id="rId15"/>
            </p:custDataLst>
          </p:nvPr>
        </p:nvSpPr>
        <p:spPr>
          <a:xfrm>
            <a:off x="8534400" y="3784600"/>
            <a:ext cx="26416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23" name="文本占位符 22"/>
          <p:cNvSpPr>
            <a:spLocks noGrp="1"/>
          </p:cNvSpPr>
          <p:nvPr>
            <p:ph type="body" idx="16391" hasCustomPrompt="1"/>
            <p:custDataLst>
              <p:tags r:id="rId16"/>
            </p:custDataLst>
          </p:nvPr>
        </p:nvSpPr>
        <p:spPr>
          <a:xfrm>
            <a:off x="8534400" y="4343400"/>
            <a:ext cx="2641600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_1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装饰  1"/>
          <p:cNvSpPr>
            <a:spLocks noGrp="1"/>
          </p:cNvSpPr>
          <p:nvPr>
            <p:ph type="body" idx="16393" hasCustomPrompt="1"/>
            <p:custDataLst>
              <p:tags r:id="rId5"/>
            </p:custDataLst>
          </p:nvPr>
        </p:nvSpPr>
        <p:spPr>
          <a:xfrm>
            <a:off x="1473200" y="2413000"/>
            <a:ext cx="1524000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图片占位符 12"/>
          <p:cNvSpPr>
            <a:spLocks noGrp="1"/>
          </p:cNvSpPr>
          <p:nvPr>
            <p:ph type="pic" idx="16392" hasCustomPrompt="1"/>
            <p:custDataLst>
              <p:tags r:id="rId6"/>
            </p:custDataLst>
          </p:nvPr>
        </p:nvSpPr>
        <p:spPr>
          <a:xfrm>
            <a:off x="1828800" y="2768600"/>
            <a:ext cx="812800" cy="8128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609600" y="41910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609600" y="4749800"/>
            <a:ext cx="3251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6" name="装饰  5"/>
          <p:cNvSpPr>
            <a:spLocks noGrp="1"/>
          </p:cNvSpPr>
          <p:nvPr>
            <p:ph type="body" idx="16395" hasCustomPrompt="1"/>
            <p:custDataLst>
              <p:tags r:id="rId9"/>
            </p:custDataLst>
          </p:nvPr>
        </p:nvSpPr>
        <p:spPr>
          <a:xfrm>
            <a:off x="5334000" y="2413000"/>
            <a:ext cx="1524000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7" name="图片占位符 16"/>
          <p:cNvSpPr>
            <a:spLocks noGrp="1"/>
          </p:cNvSpPr>
          <p:nvPr>
            <p:ph type="pic" idx="16394" hasCustomPrompt="1"/>
            <p:custDataLst>
              <p:tags r:id="rId10"/>
            </p:custDataLst>
          </p:nvPr>
        </p:nvSpPr>
        <p:spPr>
          <a:xfrm>
            <a:off x="5689600" y="2768600"/>
            <a:ext cx="812800" cy="8128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88" hasCustomPrompt="1"/>
            <p:custDataLst>
              <p:tags r:id="rId11"/>
            </p:custDataLst>
          </p:nvPr>
        </p:nvSpPr>
        <p:spPr>
          <a:xfrm>
            <a:off x="4470400" y="41910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idx="16389" hasCustomPrompt="1"/>
            <p:custDataLst>
              <p:tags r:id="rId12"/>
            </p:custDataLst>
          </p:nvPr>
        </p:nvSpPr>
        <p:spPr>
          <a:xfrm>
            <a:off x="4470400" y="4749800"/>
            <a:ext cx="3251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20" name="装饰  9"/>
          <p:cNvSpPr>
            <a:spLocks noGrp="1"/>
          </p:cNvSpPr>
          <p:nvPr>
            <p:ph type="body" idx="16397" hasCustomPrompt="1"/>
            <p:custDataLst>
              <p:tags r:id="rId13"/>
            </p:custDataLst>
          </p:nvPr>
        </p:nvSpPr>
        <p:spPr>
          <a:xfrm>
            <a:off x="9194800" y="2413000"/>
            <a:ext cx="1524000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1" name="图片占位符 20"/>
          <p:cNvSpPr>
            <a:spLocks noGrp="1"/>
          </p:cNvSpPr>
          <p:nvPr>
            <p:ph type="pic" idx="16396" hasCustomPrompt="1"/>
            <p:custDataLst>
              <p:tags r:id="rId14"/>
            </p:custDataLst>
          </p:nvPr>
        </p:nvSpPr>
        <p:spPr>
          <a:xfrm>
            <a:off x="9550400" y="2768600"/>
            <a:ext cx="812800" cy="8128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22" name="文本占位符 21"/>
          <p:cNvSpPr>
            <a:spLocks noGrp="1"/>
          </p:cNvSpPr>
          <p:nvPr>
            <p:ph type="body" idx="16390" hasCustomPrompt="1"/>
            <p:custDataLst>
              <p:tags r:id="rId15"/>
            </p:custDataLst>
          </p:nvPr>
        </p:nvSpPr>
        <p:spPr>
          <a:xfrm>
            <a:off x="8331200" y="41910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23" name="文本占位符 22"/>
          <p:cNvSpPr>
            <a:spLocks noGrp="1"/>
          </p:cNvSpPr>
          <p:nvPr>
            <p:ph type="body" idx="16391" hasCustomPrompt="1"/>
            <p:custDataLst>
              <p:tags r:id="rId16"/>
            </p:custDataLst>
          </p:nvPr>
        </p:nvSpPr>
        <p:spPr>
          <a:xfrm>
            <a:off x="8331200" y="4749800"/>
            <a:ext cx="3251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6_27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533400"/>
            <a:ext cx="48768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内容占位符 11"/>
          <p:cNvSpPr>
            <a:spLocks noGrp="1"/>
          </p:cNvSpPr>
          <p:nvPr>
            <p:ph idx="16392" hasCustomPrompt="1"/>
            <p:custDataLst>
              <p:tags r:id="rId5"/>
            </p:custDataLst>
          </p:nvPr>
        </p:nvSpPr>
        <p:spPr>
          <a:xfrm>
            <a:off x="6096000" y="609600"/>
            <a:ext cx="5486400" cy="5638800"/>
          </a:xfrm>
          <a:custGeom>
            <a:avLst/>
            <a:gdLst>
              <a:gd name="connisteX0" fmla="*/ 0 w 5486400"/>
              <a:gd name="connsiteY0" fmla="*/ 203200 h 5638800"/>
              <a:gd name="connisteX1" fmla="*/ 203200 w 5486400"/>
              <a:gd name="connsiteY1" fmla="*/ 0 h 5638800"/>
              <a:gd name="connisteX2" fmla="*/ 5283200 w 5486400"/>
              <a:gd name="connsiteY2" fmla="*/ 0 h 5638800"/>
              <a:gd name="connisteX3" fmla="*/ 5486400 w 5486400"/>
              <a:gd name="connsiteY3" fmla="*/ 203200 h 5638800"/>
              <a:gd name="connisteX4" fmla="*/ 5486400 w 5486400"/>
              <a:gd name="connsiteY4" fmla="*/ 5435600 h 5638800"/>
              <a:gd name="connisteX5" fmla="*/ 5283200 w 5486400"/>
              <a:gd name="connsiteY5" fmla="*/ 5638800 h 5638800"/>
              <a:gd name="connisteX6" fmla="*/ 203200 w 5486400"/>
              <a:gd name="connsiteY6" fmla="*/ 5638800 h 5638800"/>
              <a:gd name="connisteX7" fmla="*/ 0 w 5486400"/>
              <a:gd name="connsiteY7" fmla="*/ 5435600 h 5638800"/>
              <a:gd name="connisteX8" fmla="*/ 0 w 5486400"/>
              <a:gd name="connsiteY8" fmla="*/ 203200 h 5638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5486400" h="5638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283200" y="0"/>
                </a:lnTo>
                <a:cubicBezTo>
                  <a:pt x="5395424" y="0"/>
                  <a:pt x="5486400" y="90976"/>
                  <a:pt x="5486400" y="203200"/>
                </a:cubicBezTo>
                <a:lnTo>
                  <a:pt x="5486400" y="5435600"/>
                </a:lnTo>
                <a:cubicBezTo>
                  <a:pt x="5486400" y="5547824"/>
                  <a:pt x="5395424" y="5638800"/>
                  <a:pt x="5283200" y="5638800"/>
                </a:cubicBezTo>
                <a:lnTo>
                  <a:pt x="203200" y="5638800"/>
                </a:lnTo>
                <a:cubicBezTo>
                  <a:pt x="90976" y="5638800"/>
                  <a:pt x="0" y="5547824"/>
                  <a:pt x="0" y="54356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装饰  2"/>
          <p:cNvSpPr>
            <a:spLocks noGrp="1"/>
          </p:cNvSpPr>
          <p:nvPr>
            <p:ph type="body" idx="16393" hasCustomPrompt="1"/>
            <p:custDataLst>
              <p:tags r:id="rId6"/>
            </p:custDataLst>
          </p:nvPr>
        </p:nvSpPr>
        <p:spPr>
          <a:xfrm>
            <a:off x="609600" y="22860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762000" y="2286000"/>
            <a:ext cx="472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762000" y="2794000"/>
            <a:ext cx="47244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9"/>
            </p:custDataLst>
          </p:nvPr>
        </p:nvSpPr>
        <p:spPr>
          <a:xfrm>
            <a:off x="609600" y="37084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7" name="文本占位符 16"/>
          <p:cNvSpPr>
            <a:spLocks noGrp="1"/>
          </p:cNvSpPr>
          <p:nvPr>
            <p:ph type="body" idx="16388" hasCustomPrompt="1"/>
            <p:custDataLst>
              <p:tags r:id="rId10"/>
            </p:custDataLst>
          </p:nvPr>
        </p:nvSpPr>
        <p:spPr>
          <a:xfrm>
            <a:off x="762000" y="3708400"/>
            <a:ext cx="472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89" hasCustomPrompt="1"/>
            <p:custDataLst>
              <p:tags r:id="rId11"/>
            </p:custDataLst>
          </p:nvPr>
        </p:nvSpPr>
        <p:spPr>
          <a:xfrm>
            <a:off x="762000" y="4216400"/>
            <a:ext cx="47244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9" name="装饰  8"/>
          <p:cNvSpPr>
            <a:spLocks noGrp="1"/>
          </p:cNvSpPr>
          <p:nvPr>
            <p:ph type="body" idx="16395" hasCustomPrompt="1"/>
            <p:custDataLst>
              <p:tags r:id="rId12"/>
            </p:custDataLst>
          </p:nvPr>
        </p:nvSpPr>
        <p:spPr>
          <a:xfrm>
            <a:off x="609600" y="51308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0" name="文本占位符 19"/>
          <p:cNvSpPr>
            <a:spLocks noGrp="1"/>
          </p:cNvSpPr>
          <p:nvPr>
            <p:ph type="body" idx="16390" hasCustomPrompt="1"/>
            <p:custDataLst>
              <p:tags r:id="rId13"/>
            </p:custDataLst>
          </p:nvPr>
        </p:nvSpPr>
        <p:spPr>
          <a:xfrm>
            <a:off x="762000" y="5130800"/>
            <a:ext cx="472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21" name="文本占位符 20"/>
          <p:cNvSpPr>
            <a:spLocks noGrp="1"/>
          </p:cNvSpPr>
          <p:nvPr>
            <p:ph type="body" idx="16391" hasCustomPrompt="1"/>
            <p:custDataLst>
              <p:tags r:id="rId14"/>
            </p:custDataLst>
          </p:nvPr>
        </p:nvSpPr>
        <p:spPr>
          <a:xfrm>
            <a:off x="762000" y="5638800"/>
            <a:ext cx="47244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48_10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装饰  1"/>
          <p:cNvSpPr>
            <a:spLocks noGrp="1"/>
          </p:cNvSpPr>
          <p:nvPr>
            <p:ph type="body" idx="16392" hasCustomPrompt="1"/>
            <p:custDataLst>
              <p:tags r:id="rId5"/>
            </p:custDataLst>
          </p:nvPr>
        </p:nvSpPr>
        <p:spPr>
          <a:xfrm>
            <a:off x="6096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图片占位符 12"/>
          <p:cNvSpPr>
            <a:spLocks noGrp="1"/>
          </p:cNvSpPr>
          <p:nvPr>
            <p:ph type="pic" idx="16393" hasCustomPrompt="1"/>
            <p:custDataLst>
              <p:tags r:id="rId6"/>
            </p:custDataLst>
          </p:nvPr>
        </p:nvSpPr>
        <p:spPr>
          <a:xfrm>
            <a:off x="914400" y="1828800"/>
            <a:ext cx="2844800" cy="2133600"/>
          </a:xfr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914400" y="42672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914400" y="4724400"/>
            <a:ext cx="28448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9"/>
            </p:custDataLst>
          </p:nvPr>
        </p:nvSpPr>
        <p:spPr>
          <a:xfrm>
            <a:off x="43688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7" name="图片占位符 16"/>
          <p:cNvSpPr>
            <a:spLocks noGrp="1"/>
          </p:cNvSpPr>
          <p:nvPr>
            <p:ph type="pic" idx="16395" hasCustomPrompt="1"/>
            <p:custDataLst>
              <p:tags r:id="rId10"/>
            </p:custDataLst>
          </p:nvPr>
        </p:nvSpPr>
        <p:spPr>
          <a:xfrm>
            <a:off x="4673600" y="1828800"/>
            <a:ext cx="2844800" cy="2133600"/>
          </a:xfr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88" hasCustomPrompt="1"/>
            <p:custDataLst>
              <p:tags r:id="rId11"/>
            </p:custDataLst>
          </p:nvPr>
        </p:nvSpPr>
        <p:spPr>
          <a:xfrm>
            <a:off x="4673600" y="42672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idx="16389" hasCustomPrompt="1"/>
            <p:custDataLst>
              <p:tags r:id="rId12"/>
            </p:custDataLst>
          </p:nvPr>
        </p:nvSpPr>
        <p:spPr>
          <a:xfrm>
            <a:off x="4673600" y="4724400"/>
            <a:ext cx="28448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20" name="装饰  9"/>
          <p:cNvSpPr>
            <a:spLocks noGrp="1"/>
          </p:cNvSpPr>
          <p:nvPr>
            <p:ph type="body" idx="16396" hasCustomPrompt="1"/>
            <p:custDataLst>
              <p:tags r:id="rId13"/>
            </p:custDataLst>
          </p:nvPr>
        </p:nvSpPr>
        <p:spPr>
          <a:xfrm>
            <a:off x="81280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1" name="图片占位符 20"/>
          <p:cNvSpPr>
            <a:spLocks noGrp="1"/>
          </p:cNvSpPr>
          <p:nvPr>
            <p:ph type="pic" idx="16397" hasCustomPrompt="1"/>
            <p:custDataLst>
              <p:tags r:id="rId14"/>
            </p:custDataLst>
          </p:nvPr>
        </p:nvSpPr>
        <p:spPr>
          <a:xfrm>
            <a:off x="8432800" y="1828800"/>
            <a:ext cx="2844800" cy="2133600"/>
          </a:xfr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22" name="文本占位符 21"/>
          <p:cNvSpPr>
            <a:spLocks noGrp="1"/>
          </p:cNvSpPr>
          <p:nvPr>
            <p:ph type="body" idx="16390" hasCustomPrompt="1"/>
            <p:custDataLst>
              <p:tags r:id="rId15"/>
            </p:custDataLst>
          </p:nvPr>
        </p:nvSpPr>
        <p:spPr>
          <a:xfrm>
            <a:off x="8432800" y="42672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23" name="文本占位符 22"/>
          <p:cNvSpPr>
            <a:spLocks noGrp="1"/>
          </p:cNvSpPr>
          <p:nvPr>
            <p:ph type="body" idx="16391" hasCustomPrompt="1"/>
            <p:custDataLst>
              <p:tags r:id="rId16"/>
            </p:custDataLst>
          </p:nvPr>
        </p:nvSpPr>
        <p:spPr>
          <a:xfrm>
            <a:off x="8432800" y="4724400"/>
            <a:ext cx="28448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26_1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装饰  1"/>
          <p:cNvSpPr>
            <a:spLocks noGrp="1"/>
          </p:cNvSpPr>
          <p:nvPr>
            <p:ph type="body" idx="16392" hasCustomPrompt="1"/>
            <p:custDataLst>
              <p:tags r:id="rId5"/>
            </p:custDataLst>
          </p:nvPr>
        </p:nvSpPr>
        <p:spPr>
          <a:xfrm>
            <a:off x="609600" y="4165600"/>
            <a:ext cx="3454400" cy="2082800"/>
          </a:xfrm>
          <a:custGeom>
            <a:avLst/>
            <a:gdLst>
              <a:gd name="connisteX0" fmla="*/ 0 w 3454400"/>
              <a:gd name="connsiteY0" fmla="*/ 0 h 2082800"/>
              <a:gd name="connisteX1" fmla="*/ 3454400 w 3454400"/>
              <a:gd name="connsiteY1" fmla="*/ 0 h 2082800"/>
              <a:gd name="connisteX2" fmla="*/ 3454400 w 3454400"/>
              <a:gd name="connsiteY2" fmla="*/ 1879600 h 2082800"/>
              <a:gd name="connisteX3" fmla="*/ 3251200 w 3454400"/>
              <a:gd name="connsiteY3" fmla="*/ 2082800 h 2082800"/>
              <a:gd name="connisteX4" fmla="*/ 203200 w 3454400"/>
              <a:gd name="connsiteY4" fmla="*/ 2082800 h 2082800"/>
              <a:gd name="connisteX5" fmla="*/ 0 w 3454400"/>
              <a:gd name="connsiteY5" fmla="*/ 1879600 h 2082800"/>
              <a:gd name="connisteX6" fmla="*/ 0 w 3454400"/>
              <a:gd name="connsiteY6" fmla="*/ 0 h 2082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454400" h="2082800">
                <a:moveTo>
                  <a:pt x="0" y="0"/>
                </a:moveTo>
                <a:lnTo>
                  <a:pt x="3454400" y="0"/>
                </a:lnTo>
                <a:lnTo>
                  <a:pt x="3454400" y="1879600"/>
                </a:lnTo>
                <a:cubicBezTo>
                  <a:pt x="3454400" y="1991824"/>
                  <a:pt x="3363424" y="2082800"/>
                  <a:pt x="3251200" y="2082800"/>
                </a:cubicBezTo>
                <a:lnTo>
                  <a:pt x="203200" y="2082800"/>
                </a:lnTo>
                <a:cubicBezTo>
                  <a:pt x="90976" y="2082800"/>
                  <a:pt x="0" y="1991824"/>
                  <a:pt x="0" y="18796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图片占位符 12"/>
          <p:cNvSpPr>
            <a:spLocks noGrp="1"/>
          </p:cNvSpPr>
          <p:nvPr>
            <p:ph type="pic" idx="16393" hasCustomPrompt="1"/>
            <p:custDataLst>
              <p:tags r:id="rId6"/>
            </p:custDataLst>
          </p:nvPr>
        </p:nvSpPr>
        <p:spPr>
          <a:xfrm>
            <a:off x="609600" y="1524000"/>
            <a:ext cx="3454400" cy="2641600"/>
          </a:xfrm>
          <a:custGeom>
            <a:avLst/>
            <a:gdLst>
              <a:gd name="connisteX0" fmla="*/ 0 w 3454400"/>
              <a:gd name="connsiteY0" fmla="*/ 203200 h 2641600"/>
              <a:gd name="connisteX1" fmla="*/ 203200 w 3454400"/>
              <a:gd name="connsiteY1" fmla="*/ 0 h 2641600"/>
              <a:gd name="connisteX2" fmla="*/ 3251200 w 3454400"/>
              <a:gd name="connsiteY2" fmla="*/ 0 h 2641600"/>
              <a:gd name="connisteX3" fmla="*/ 3454400 w 3454400"/>
              <a:gd name="connsiteY3" fmla="*/ 203200 h 2641600"/>
              <a:gd name="connisteX4" fmla="*/ 3454400 w 3454400"/>
              <a:gd name="connsiteY4" fmla="*/ 2641600 h 2641600"/>
              <a:gd name="connisteX5" fmla="*/ 0 w 3454400"/>
              <a:gd name="connsiteY5" fmla="*/ 2641600 h 2641600"/>
              <a:gd name="connisteX6" fmla="*/ 0 w 3454400"/>
              <a:gd name="connsiteY6" fmla="*/ 203200 h 2641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454400" h="2641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641600"/>
                </a:lnTo>
                <a:lnTo>
                  <a:pt x="0" y="26416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914400" y="44704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914400" y="5029200"/>
            <a:ext cx="28448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9"/>
            </p:custDataLst>
          </p:nvPr>
        </p:nvSpPr>
        <p:spPr>
          <a:xfrm>
            <a:off x="4368800" y="1524000"/>
            <a:ext cx="3454400" cy="2082800"/>
          </a:xfrm>
          <a:custGeom>
            <a:avLst/>
            <a:gdLst>
              <a:gd name="connisteX0" fmla="*/ 0 w 3454400"/>
              <a:gd name="connsiteY0" fmla="*/ 203200 h 2082800"/>
              <a:gd name="connisteX1" fmla="*/ 203200 w 3454400"/>
              <a:gd name="connsiteY1" fmla="*/ 0 h 2082800"/>
              <a:gd name="connisteX2" fmla="*/ 3251200 w 3454400"/>
              <a:gd name="connsiteY2" fmla="*/ 0 h 2082800"/>
              <a:gd name="connisteX3" fmla="*/ 3454400 w 3454400"/>
              <a:gd name="connsiteY3" fmla="*/ 203200 h 2082800"/>
              <a:gd name="connisteX4" fmla="*/ 3454400 w 3454400"/>
              <a:gd name="connsiteY4" fmla="*/ 2082800 h 2082800"/>
              <a:gd name="connisteX5" fmla="*/ 0 w 3454400"/>
              <a:gd name="connsiteY5" fmla="*/ 2082800 h 2082800"/>
              <a:gd name="connisteX6" fmla="*/ 0 w 3454400"/>
              <a:gd name="connsiteY6" fmla="*/ 203200 h 2082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454400" h="2082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082800"/>
                </a:lnTo>
                <a:lnTo>
                  <a:pt x="0" y="2082800"/>
                </a:ln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7" name="图片占位符 16"/>
          <p:cNvSpPr>
            <a:spLocks noGrp="1"/>
          </p:cNvSpPr>
          <p:nvPr>
            <p:ph type="pic" idx="16395" hasCustomPrompt="1"/>
            <p:custDataLst>
              <p:tags r:id="rId10"/>
            </p:custDataLst>
          </p:nvPr>
        </p:nvSpPr>
        <p:spPr>
          <a:xfrm>
            <a:off x="4368800" y="3606800"/>
            <a:ext cx="3454400" cy="2641600"/>
          </a:xfrm>
          <a:custGeom>
            <a:avLst/>
            <a:gdLst>
              <a:gd name="connisteX0" fmla="*/ 0 w 3454400"/>
              <a:gd name="connsiteY0" fmla="*/ 0 h 2641600"/>
              <a:gd name="connisteX1" fmla="*/ 3454400 w 3454400"/>
              <a:gd name="connsiteY1" fmla="*/ 0 h 2641600"/>
              <a:gd name="connisteX2" fmla="*/ 3454400 w 3454400"/>
              <a:gd name="connsiteY2" fmla="*/ 2438400 h 2641600"/>
              <a:gd name="connisteX3" fmla="*/ 3251200 w 3454400"/>
              <a:gd name="connsiteY3" fmla="*/ 2641600 h 2641600"/>
              <a:gd name="connisteX4" fmla="*/ 203200 w 3454400"/>
              <a:gd name="connsiteY4" fmla="*/ 2641600 h 2641600"/>
              <a:gd name="connisteX5" fmla="*/ 0 w 3454400"/>
              <a:gd name="connsiteY5" fmla="*/ 2438400 h 2641600"/>
              <a:gd name="connisteX6" fmla="*/ 0 w 3454400"/>
              <a:gd name="connsiteY6" fmla="*/ 0 h 2641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454400" h="2641600">
                <a:moveTo>
                  <a:pt x="0" y="0"/>
                </a:moveTo>
                <a:lnTo>
                  <a:pt x="3454400" y="0"/>
                </a:lnTo>
                <a:lnTo>
                  <a:pt x="3454400" y="2438400"/>
                </a:lnTo>
                <a:cubicBezTo>
                  <a:pt x="3454400" y="2550624"/>
                  <a:pt x="3363424" y="2641600"/>
                  <a:pt x="3251200" y="2641600"/>
                </a:cubicBezTo>
                <a:lnTo>
                  <a:pt x="203200" y="2641600"/>
                </a:lnTo>
                <a:cubicBezTo>
                  <a:pt x="90976" y="2641600"/>
                  <a:pt x="0" y="2550624"/>
                  <a:pt x="0" y="2438400"/>
                </a:cubicBez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88" hasCustomPrompt="1"/>
            <p:custDataLst>
              <p:tags r:id="rId11"/>
            </p:custDataLst>
          </p:nvPr>
        </p:nvSpPr>
        <p:spPr>
          <a:xfrm>
            <a:off x="4673600" y="18288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idx="16389" hasCustomPrompt="1"/>
            <p:custDataLst>
              <p:tags r:id="rId12"/>
            </p:custDataLst>
          </p:nvPr>
        </p:nvSpPr>
        <p:spPr>
          <a:xfrm>
            <a:off x="4673600" y="2387600"/>
            <a:ext cx="28448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20" name="装饰  9"/>
          <p:cNvSpPr>
            <a:spLocks noGrp="1"/>
          </p:cNvSpPr>
          <p:nvPr>
            <p:ph type="body" idx="16396" hasCustomPrompt="1"/>
            <p:custDataLst>
              <p:tags r:id="rId13"/>
            </p:custDataLst>
          </p:nvPr>
        </p:nvSpPr>
        <p:spPr>
          <a:xfrm>
            <a:off x="8128000" y="4165600"/>
            <a:ext cx="3454400" cy="2082800"/>
          </a:xfrm>
          <a:custGeom>
            <a:avLst/>
            <a:gdLst>
              <a:gd name="connisteX0" fmla="*/ 0 w 3454400"/>
              <a:gd name="connsiteY0" fmla="*/ 0 h 2082800"/>
              <a:gd name="connisteX1" fmla="*/ 3454400 w 3454400"/>
              <a:gd name="connsiteY1" fmla="*/ 0 h 2082800"/>
              <a:gd name="connisteX2" fmla="*/ 3454400 w 3454400"/>
              <a:gd name="connsiteY2" fmla="*/ 1879600 h 2082800"/>
              <a:gd name="connisteX3" fmla="*/ 3251200 w 3454400"/>
              <a:gd name="connsiteY3" fmla="*/ 2082800 h 2082800"/>
              <a:gd name="connisteX4" fmla="*/ 203200 w 3454400"/>
              <a:gd name="connsiteY4" fmla="*/ 2082800 h 2082800"/>
              <a:gd name="connisteX5" fmla="*/ 0 w 3454400"/>
              <a:gd name="connsiteY5" fmla="*/ 1879600 h 2082800"/>
              <a:gd name="connisteX6" fmla="*/ 0 w 3454400"/>
              <a:gd name="connsiteY6" fmla="*/ 0 h 2082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454400" h="2082800">
                <a:moveTo>
                  <a:pt x="0" y="0"/>
                </a:moveTo>
                <a:lnTo>
                  <a:pt x="3454400" y="0"/>
                </a:lnTo>
                <a:lnTo>
                  <a:pt x="3454400" y="1879600"/>
                </a:lnTo>
                <a:cubicBezTo>
                  <a:pt x="3454400" y="1991824"/>
                  <a:pt x="3363424" y="2082800"/>
                  <a:pt x="3251200" y="2082800"/>
                </a:cubicBezTo>
                <a:lnTo>
                  <a:pt x="203200" y="2082800"/>
                </a:lnTo>
                <a:cubicBezTo>
                  <a:pt x="90976" y="2082800"/>
                  <a:pt x="0" y="1991824"/>
                  <a:pt x="0" y="18796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1" name="图片占位符 20"/>
          <p:cNvSpPr>
            <a:spLocks noGrp="1"/>
          </p:cNvSpPr>
          <p:nvPr>
            <p:ph type="pic" idx="16397" hasCustomPrompt="1"/>
            <p:custDataLst>
              <p:tags r:id="rId14"/>
            </p:custDataLst>
          </p:nvPr>
        </p:nvSpPr>
        <p:spPr>
          <a:xfrm>
            <a:off x="8128000" y="1524000"/>
            <a:ext cx="3454400" cy="2641600"/>
          </a:xfrm>
          <a:custGeom>
            <a:avLst/>
            <a:gdLst>
              <a:gd name="connisteX0" fmla="*/ 0 w 3454400"/>
              <a:gd name="connsiteY0" fmla="*/ 203200 h 2641600"/>
              <a:gd name="connisteX1" fmla="*/ 203200 w 3454400"/>
              <a:gd name="connsiteY1" fmla="*/ 0 h 2641600"/>
              <a:gd name="connisteX2" fmla="*/ 3251200 w 3454400"/>
              <a:gd name="connsiteY2" fmla="*/ 0 h 2641600"/>
              <a:gd name="connisteX3" fmla="*/ 3454400 w 3454400"/>
              <a:gd name="connsiteY3" fmla="*/ 203200 h 2641600"/>
              <a:gd name="connisteX4" fmla="*/ 3454400 w 3454400"/>
              <a:gd name="connsiteY4" fmla="*/ 2641600 h 2641600"/>
              <a:gd name="connisteX5" fmla="*/ 0 w 3454400"/>
              <a:gd name="connsiteY5" fmla="*/ 2641600 h 2641600"/>
              <a:gd name="connisteX6" fmla="*/ 0 w 3454400"/>
              <a:gd name="connsiteY6" fmla="*/ 203200 h 2641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454400" h="2641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641600"/>
                </a:lnTo>
                <a:lnTo>
                  <a:pt x="0" y="26416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22" name="文本占位符 21"/>
          <p:cNvSpPr>
            <a:spLocks noGrp="1"/>
          </p:cNvSpPr>
          <p:nvPr>
            <p:ph type="body" idx="16390" hasCustomPrompt="1"/>
            <p:custDataLst>
              <p:tags r:id="rId15"/>
            </p:custDataLst>
          </p:nvPr>
        </p:nvSpPr>
        <p:spPr>
          <a:xfrm>
            <a:off x="8432800" y="44704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23" name="文本占位符 22"/>
          <p:cNvSpPr>
            <a:spLocks noGrp="1"/>
          </p:cNvSpPr>
          <p:nvPr>
            <p:ph type="body" idx="16391" hasCustomPrompt="1"/>
            <p:custDataLst>
              <p:tags r:id="rId16"/>
            </p:custDataLst>
          </p:nvPr>
        </p:nvSpPr>
        <p:spPr>
          <a:xfrm>
            <a:off x="8432800" y="5029200"/>
            <a:ext cx="28448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53_1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装饰  1"/>
          <p:cNvSpPr>
            <a:spLocks noGrp="1"/>
          </p:cNvSpPr>
          <p:nvPr>
            <p:ph type="body" idx="16392" hasCustomPrompt="1"/>
            <p:custDataLst>
              <p:tags r:id="rId5"/>
            </p:custDataLst>
          </p:nvPr>
        </p:nvSpPr>
        <p:spPr>
          <a:xfrm>
            <a:off x="609600" y="3860800"/>
            <a:ext cx="3454400" cy="2387600"/>
          </a:xfrm>
          <a:custGeom>
            <a:avLst/>
            <a:gdLst>
              <a:gd name="connisteX0" fmla="*/ 0 w 3454400"/>
              <a:gd name="connsiteY0" fmla="*/ 0 h 2387600"/>
              <a:gd name="connisteX1" fmla="*/ 3454400 w 3454400"/>
              <a:gd name="connsiteY1" fmla="*/ 0 h 2387600"/>
              <a:gd name="connisteX2" fmla="*/ 3454400 w 3454400"/>
              <a:gd name="connsiteY2" fmla="*/ 2184400 h 2387600"/>
              <a:gd name="connisteX3" fmla="*/ 3251200 w 3454400"/>
              <a:gd name="connsiteY3" fmla="*/ 2387600 h 2387600"/>
              <a:gd name="connisteX4" fmla="*/ 203200 w 3454400"/>
              <a:gd name="connsiteY4" fmla="*/ 2387600 h 2387600"/>
              <a:gd name="connisteX5" fmla="*/ 0 w 3454400"/>
              <a:gd name="connsiteY5" fmla="*/ 2184400 h 2387600"/>
              <a:gd name="connisteX6" fmla="*/ 0 w 3454400"/>
              <a:gd name="connsiteY6" fmla="*/ 0 h 238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454400" h="2387600">
                <a:moveTo>
                  <a:pt x="0" y="0"/>
                </a:moveTo>
                <a:lnTo>
                  <a:pt x="3454400" y="0"/>
                </a:lnTo>
                <a:lnTo>
                  <a:pt x="3454400" y="2184400"/>
                </a:lnTo>
                <a:cubicBezTo>
                  <a:pt x="3454400" y="2296624"/>
                  <a:pt x="3363424" y="2387600"/>
                  <a:pt x="3251200" y="2387600"/>
                </a:cubicBezTo>
                <a:lnTo>
                  <a:pt x="203200" y="2387600"/>
                </a:lnTo>
                <a:cubicBezTo>
                  <a:pt x="90976" y="2387600"/>
                  <a:pt x="0" y="2296624"/>
                  <a:pt x="0" y="21844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图片占位符 12"/>
          <p:cNvSpPr>
            <a:spLocks noGrp="1"/>
          </p:cNvSpPr>
          <p:nvPr>
            <p:ph type="pic" idx="16393" hasCustomPrompt="1"/>
            <p:custDataLst>
              <p:tags r:id="rId6"/>
            </p:custDataLst>
          </p:nvPr>
        </p:nvSpPr>
        <p:spPr>
          <a:xfrm>
            <a:off x="609600" y="1524000"/>
            <a:ext cx="3454400" cy="2336800"/>
          </a:xfrm>
          <a:custGeom>
            <a:avLst/>
            <a:gdLst>
              <a:gd name="connisteX0" fmla="*/ 0 w 3454400"/>
              <a:gd name="connsiteY0" fmla="*/ 203200 h 2336800"/>
              <a:gd name="connisteX1" fmla="*/ 203200 w 3454400"/>
              <a:gd name="connsiteY1" fmla="*/ 0 h 2336800"/>
              <a:gd name="connisteX2" fmla="*/ 3251200 w 3454400"/>
              <a:gd name="connsiteY2" fmla="*/ 0 h 2336800"/>
              <a:gd name="connisteX3" fmla="*/ 3454400 w 3454400"/>
              <a:gd name="connsiteY3" fmla="*/ 203200 h 2336800"/>
              <a:gd name="connisteX4" fmla="*/ 3454400 w 3454400"/>
              <a:gd name="connsiteY4" fmla="*/ 2336800 h 2336800"/>
              <a:gd name="connisteX5" fmla="*/ 0 w 3454400"/>
              <a:gd name="connsiteY5" fmla="*/ 2336800 h 2336800"/>
              <a:gd name="connisteX6" fmla="*/ 0 w 3454400"/>
              <a:gd name="connsiteY6" fmla="*/ 203200 h 2336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454400" h="2336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336800"/>
                </a:lnTo>
                <a:lnTo>
                  <a:pt x="0" y="23368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914400" y="40640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914400" y="4521200"/>
            <a:ext cx="2844800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9"/>
            </p:custDataLst>
          </p:nvPr>
        </p:nvSpPr>
        <p:spPr>
          <a:xfrm>
            <a:off x="4368800" y="3860800"/>
            <a:ext cx="3454400" cy="2387600"/>
          </a:xfrm>
          <a:custGeom>
            <a:avLst/>
            <a:gdLst>
              <a:gd name="connisteX0" fmla="*/ 0 w 3454400"/>
              <a:gd name="connsiteY0" fmla="*/ 0 h 2387600"/>
              <a:gd name="connisteX1" fmla="*/ 3454400 w 3454400"/>
              <a:gd name="connsiteY1" fmla="*/ 0 h 2387600"/>
              <a:gd name="connisteX2" fmla="*/ 3454400 w 3454400"/>
              <a:gd name="connsiteY2" fmla="*/ 2184400 h 2387600"/>
              <a:gd name="connisteX3" fmla="*/ 3251200 w 3454400"/>
              <a:gd name="connsiteY3" fmla="*/ 2387600 h 2387600"/>
              <a:gd name="connisteX4" fmla="*/ 203200 w 3454400"/>
              <a:gd name="connsiteY4" fmla="*/ 2387600 h 2387600"/>
              <a:gd name="connisteX5" fmla="*/ 0 w 3454400"/>
              <a:gd name="connsiteY5" fmla="*/ 2184400 h 2387600"/>
              <a:gd name="connisteX6" fmla="*/ 0 w 3454400"/>
              <a:gd name="connsiteY6" fmla="*/ 0 h 238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454400" h="2387600">
                <a:moveTo>
                  <a:pt x="0" y="0"/>
                </a:moveTo>
                <a:lnTo>
                  <a:pt x="3454400" y="0"/>
                </a:lnTo>
                <a:lnTo>
                  <a:pt x="3454400" y="2184400"/>
                </a:lnTo>
                <a:cubicBezTo>
                  <a:pt x="3454400" y="2296624"/>
                  <a:pt x="3363424" y="2387600"/>
                  <a:pt x="3251200" y="2387600"/>
                </a:cubicBezTo>
                <a:lnTo>
                  <a:pt x="203200" y="2387600"/>
                </a:lnTo>
                <a:cubicBezTo>
                  <a:pt x="90976" y="2387600"/>
                  <a:pt x="0" y="2296624"/>
                  <a:pt x="0" y="21844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7" name="图片占位符 16"/>
          <p:cNvSpPr>
            <a:spLocks noGrp="1"/>
          </p:cNvSpPr>
          <p:nvPr>
            <p:ph type="pic" idx="16395" hasCustomPrompt="1"/>
            <p:custDataLst>
              <p:tags r:id="rId10"/>
            </p:custDataLst>
          </p:nvPr>
        </p:nvSpPr>
        <p:spPr>
          <a:xfrm>
            <a:off x="4368800" y="1524000"/>
            <a:ext cx="3454400" cy="2336800"/>
          </a:xfrm>
          <a:custGeom>
            <a:avLst/>
            <a:gdLst>
              <a:gd name="connisteX0" fmla="*/ 0 w 3454400"/>
              <a:gd name="connsiteY0" fmla="*/ 203200 h 2336800"/>
              <a:gd name="connisteX1" fmla="*/ 203200 w 3454400"/>
              <a:gd name="connsiteY1" fmla="*/ 0 h 2336800"/>
              <a:gd name="connisteX2" fmla="*/ 3251200 w 3454400"/>
              <a:gd name="connsiteY2" fmla="*/ 0 h 2336800"/>
              <a:gd name="connisteX3" fmla="*/ 3454400 w 3454400"/>
              <a:gd name="connsiteY3" fmla="*/ 203200 h 2336800"/>
              <a:gd name="connisteX4" fmla="*/ 3454400 w 3454400"/>
              <a:gd name="connsiteY4" fmla="*/ 2336800 h 2336800"/>
              <a:gd name="connisteX5" fmla="*/ 0 w 3454400"/>
              <a:gd name="connsiteY5" fmla="*/ 2336800 h 2336800"/>
              <a:gd name="connisteX6" fmla="*/ 0 w 3454400"/>
              <a:gd name="connsiteY6" fmla="*/ 203200 h 2336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454400" h="2336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336800"/>
                </a:lnTo>
                <a:lnTo>
                  <a:pt x="0" y="23368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88" hasCustomPrompt="1"/>
            <p:custDataLst>
              <p:tags r:id="rId11"/>
            </p:custDataLst>
          </p:nvPr>
        </p:nvSpPr>
        <p:spPr>
          <a:xfrm>
            <a:off x="4673600" y="40640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idx="16389" hasCustomPrompt="1"/>
            <p:custDataLst>
              <p:tags r:id="rId12"/>
            </p:custDataLst>
          </p:nvPr>
        </p:nvSpPr>
        <p:spPr>
          <a:xfrm>
            <a:off x="4673600" y="4521200"/>
            <a:ext cx="2844800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20" name="装饰  9"/>
          <p:cNvSpPr>
            <a:spLocks noGrp="1"/>
          </p:cNvSpPr>
          <p:nvPr>
            <p:ph type="body" idx="16396" hasCustomPrompt="1"/>
            <p:custDataLst>
              <p:tags r:id="rId13"/>
            </p:custDataLst>
          </p:nvPr>
        </p:nvSpPr>
        <p:spPr>
          <a:xfrm>
            <a:off x="8128000" y="3860800"/>
            <a:ext cx="3454400" cy="2387600"/>
          </a:xfrm>
          <a:custGeom>
            <a:avLst/>
            <a:gdLst>
              <a:gd name="connisteX0" fmla="*/ 0 w 3454400"/>
              <a:gd name="connsiteY0" fmla="*/ 0 h 2387600"/>
              <a:gd name="connisteX1" fmla="*/ 3454400 w 3454400"/>
              <a:gd name="connsiteY1" fmla="*/ 0 h 2387600"/>
              <a:gd name="connisteX2" fmla="*/ 3454400 w 3454400"/>
              <a:gd name="connsiteY2" fmla="*/ 2184400 h 2387600"/>
              <a:gd name="connisteX3" fmla="*/ 3251200 w 3454400"/>
              <a:gd name="connsiteY3" fmla="*/ 2387600 h 2387600"/>
              <a:gd name="connisteX4" fmla="*/ 203200 w 3454400"/>
              <a:gd name="connsiteY4" fmla="*/ 2387600 h 2387600"/>
              <a:gd name="connisteX5" fmla="*/ 0 w 3454400"/>
              <a:gd name="connsiteY5" fmla="*/ 2184400 h 2387600"/>
              <a:gd name="connisteX6" fmla="*/ 0 w 3454400"/>
              <a:gd name="connsiteY6" fmla="*/ 0 h 238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454400" h="2387600">
                <a:moveTo>
                  <a:pt x="0" y="0"/>
                </a:moveTo>
                <a:lnTo>
                  <a:pt x="3454400" y="0"/>
                </a:lnTo>
                <a:lnTo>
                  <a:pt x="3454400" y="2184400"/>
                </a:lnTo>
                <a:cubicBezTo>
                  <a:pt x="3454400" y="2296624"/>
                  <a:pt x="3363424" y="2387600"/>
                  <a:pt x="3251200" y="2387600"/>
                </a:cubicBezTo>
                <a:lnTo>
                  <a:pt x="203200" y="2387600"/>
                </a:lnTo>
                <a:cubicBezTo>
                  <a:pt x="90976" y="2387600"/>
                  <a:pt x="0" y="2296624"/>
                  <a:pt x="0" y="21844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1" name="图片占位符 20"/>
          <p:cNvSpPr>
            <a:spLocks noGrp="1"/>
          </p:cNvSpPr>
          <p:nvPr>
            <p:ph type="pic" idx="16397" hasCustomPrompt="1"/>
            <p:custDataLst>
              <p:tags r:id="rId14"/>
            </p:custDataLst>
          </p:nvPr>
        </p:nvSpPr>
        <p:spPr>
          <a:xfrm>
            <a:off x="8128000" y="1524000"/>
            <a:ext cx="3454400" cy="2336800"/>
          </a:xfrm>
          <a:custGeom>
            <a:avLst/>
            <a:gdLst>
              <a:gd name="connisteX0" fmla="*/ 0 w 3454400"/>
              <a:gd name="connsiteY0" fmla="*/ 203200 h 2336800"/>
              <a:gd name="connisteX1" fmla="*/ 203200 w 3454400"/>
              <a:gd name="connsiteY1" fmla="*/ 0 h 2336800"/>
              <a:gd name="connisteX2" fmla="*/ 3251200 w 3454400"/>
              <a:gd name="connsiteY2" fmla="*/ 0 h 2336800"/>
              <a:gd name="connisteX3" fmla="*/ 3454400 w 3454400"/>
              <a:gd name="connsiteY3" fmla="*/ 203200 h 2336800"/>
              <a:gd name="connisteX4" fmla="*/ 3454400 w 3454400"/>
              <a:gd name="connsiteY4" fmla="*/ 2336800 h 2336800"/>
              <a:gd name="connisteX5" fmla="*/ 0 w 3454400"/>
              <a:gd name="connsiteY5" fmla="*/ 2336800 h 2336800"/>
              <a:gd name="connisteX6" fmla="*/ 0 w 3454400"/>
              <a:gd name="connsiteY6" fmla="*/ 203200 h 2336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454400" h="2336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336800"/>
                </a:lnTo>
                <a:lnTo>
                  <a:pt x="0" y="23368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22" name="文本占位符 21"/>
          <p:cNvSpPr>
            <a:spLocks noGrp="1"/>
          </p:cNvSpPr>
          <p:nvPr>
            <p:ph type="body" idx="16390" hasCustomPrompt="1"/>
            <p:custDataLst>
              <p:tags r:id="rId15"/>
            </p:custDataLst>
          </p:nvPr>
        </p:nvSpPr>
        <p:spPr>
          <a:xfrm>
            <a:off x="8432800" y="40640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23" name="文本占位符 22"/>
          <p:cNvSpPr>
            <a:spLocks noGrp="1"/>
          </p:cNvSpPr>
          <p:nvPr>
            <p:ph type="body" idx="16391" hasCustomPrompt="1"/>
            <p:custDataLst>
              <p:tags r:id="rId16"/>
            </p:custDataLst>
          </p:nvPr>
        </p:nvSpPr>
        <p:spPr>
          <a:xfrm>
            <a:off x="8432800" y="4521200"/>
            <a:ext cx="2844800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0_4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5257800" y="533400"/>
            <a:ext cx="63246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内容占位符 11"/>
          <p:cNvSpPr>
            <a:spLocks noGrp="1"/>
          </p:cNvSpPr>
          <p:nvPr>
            <p:ph idx="16394" hasCustomPrompt="1"/>
            <p:custDataLst>
              <p:tags r:id="rId5"/>
            </p:custDataLst>
          </p:nvPr>
        </p:nvSpPr>
        <p:spPr>
          <a:xfrm>
            <a:off x="609600" y="609600"/>
            <a:ext cx="4038600" cy="5638800"/>
          </a:xfrm>
          <a:custGeom>
            <a:avLst/>
            <a:gdLst>
              <a:gd name="connisteX0" fmla="*/ 0 w 4038600"/>
              <a:gd name="connsiteY0" fmla="*/ 203200 h 5638800"/>
              <a:gd name="connisteX1" fmla="*/ 203200 w 4038600"/>
              <a:gd name="connsiteY1" fmla="*/ 0 h 5638800"/>
              <a:gd name="connisteX2" fmla="*/ 3835400 w 4038600"/>
              <a:gd name="connsiteY2" fmla="*/ 0 h 5638800"/>
              <a:gd name="connisteX3" fmla="*/ 4038600 w 4038600"/>
              <a:gd name="connsiteY3" fmla="*/ 203200 h 5638800"/>
              <a:gd name="connisteX4" fmla="*/ 4038600 w 4038600"/>
              <a:gd name="connsiteY4" fmla="*/ 5435600 h 5638800"/>
              <a:gd name="connisteX5" fmla="*/ 3835400 w 4038600"/>
              <a:gd name="connsiteY5" fmla="*/ 5638800 h 5638800"/>
              <a:gd name="connisteX6" fmla="*/ 203200 w 4038600"/>
              <a:gd name="connsiteY6" fmla="*/ 5638800 h 5638800"/>
              <a:gd name="connisteX7" fmla="*/ 0 w 4038600"/>
              <a:gd name="connsiteY7" fmla="*/ 5435600 h 5638800"/>
              <a:gd name="connisteX8" fmla="*/ 0 w 4038600"/>
              <a:gd name="connsiteY8" fmla="*/ 203200 h 5638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4038600" h="5638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835400" y="0"/>
                </a:lnTo>
                <a:cubicBezTo>
                  <a:pt x="3947624" y="0"/>
                  <a:pt x="4038600" y="90976"/>
                  <a:pt x="4038600" y="203200"/>
                </a:cubicBezTo>
                <a:lnTo>
                  <a:pt x="4038600" y="5435600"/>
                </a:lnTo>
                <a:cubicBezTo>
                  <a:pt x="4038600" y="5547824"/>
                  <a:pt x="3947624" y="5638800"/>
                  <a:pt x="3835400" y="5638800"/>
                </a:cubicBezTo>
                <a:lnTo>
                  <a:pt x="203200" y="5638800"/>
                </a:lnTo>
                <a:cubicBezTo>
                  <a:pt x="90976" y="5638800"/>
                  <a:pt x="0" y="5547824"/>
                  <a:pt x="0" y="54356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装饰  2"/>
          <p:cNvSpPr>
            <a:spLocks noGrp="1"/>
          </p:cNvSpPr>
          <p:nvPr>
            <p:ph type="body" idx="16395" hasCustomPrompt="1"/>
            <p:custDataLst>
              <p:tags r:id="rId6"/>
            </p:custDataLst>
          </p:nvPr>
        </p:nvSpPr>
        <p:spPr>
          <a:xfrm>
            <a:off x="5257800" y="1930400"/>
            <a:ext cx="50800" cy="1727200"/>
          </a:xfrm>
          <a:custGeom>
            <a:avLst/>
            <a:gdLst>
              <a:gd name="connisteX0" fmla="*/ 0 w 50800"/>
              <a:gd name="connsiteY0" fmla="*/ 25400 h 1727200"/>
              <a:gd name="connisteX1" fmla="*/ 25400 w 50800"/>
              <a:gd name="connsiteY1" fmla="*/ 0 h 1727200"/>
              <a:gd name="connisteX2" fmla="*/ 25400 w 50800"/>
              <a:gd name="connsiteY2" fmla="*/ 0 h 1727200"/>
              <a:gd name="connisteX3" fmla="*/ 50800 w 50800"/>
              <a:gd name="connsiteY3" fmla="*/ 25400 h 1727200"/>
              <a:gd name="connisteX4" fmla="*/ 50800 w 50800"/>
              <a:gd name="connsiteY4" fmla="*/ 1701800 h 1727200"/>
              <a:gd name="connisteX5" fmla="*/ 25400 w 50800"/>
              <a:gd name="connsiteY5" fmla="*/ 1727200 h 1727200"/>
              <a:gd name="connisteX6" fmla="*/ 25400 w 50800"/>
              <a:gd name="connsiteY6" fmla="*/ 1727200 h 1727200"/>
              <a:gd name="connisteX7" fmla="*/ 0 w 50800"/>
              <a:gd name="connsiteY7" fmla="*/ 1701800 h 1727200"/>
              <a:gd name="connisteX8" fmla="*/ 0 w 50800"/>
              <a:gd name="connsiteY8" fmla="*/ 25400 h 1727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50800" h="17272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701800"/>
                </a:lnTo>
                <a:cubicBezTo>
                  <a:pt x="50800" y="1715828"/>
                  <a:pt x="39428" y="1727200"/>
                  <a:pt x="25400" y="1727200"/>
                </a:cubicBezTo>
                <a:lnTo>
                  <a:pt x="25400" y="1727200"/>
                </a:lnTo>
                <a:cubicBezTo>
                  <a:pt x="11372" y="1727200"/>
                  <a:pt x="0" y="1715828"/>
                  <a:pt x="0" y="17018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5410200" y="1930400"/>
            <a:ext cx="27813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5410200" y="2438400"/>
            <a:ext cx="27813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6" name="装饰  5"/>
          <p:cNvSpPr>
            <a:spLocks noGrp="1"/>
          </p:cNvSpPr>
          <p:nvPr>
            <p:ph type="body" idx="16396" hasCustomPrompt="1"/>
            <p:custDataLst>
              <p:tags r:id="rId9"/>
            </p:custDataLst>
          </p:nvPr>
        </p:nvSpPr>
        <p:spPr>
          <a:xfrm>
            <a:off x="8648700" y="1930400"/>
            <a:ext cx="50800" cy="1727200"/>
          </a:xfrm>
          <a:custGeom>
            <a:avLst/>
            <a:gdLst>
              <a:gd name="connisteX0" fmla="*/ 0 w 50800"/>
              <a:gd name="connsiteY0" fmla="*/ 25400 h 1727200"/>
              <a:gd name="connisteX1" fmla="*/ 25400 w 50800"/>
              <a:gd name="connsiteY1" fmla="*/ 0 h 1727200"/>
              <a:gd name="connisteX2" fmla="*/ 25400 w 50800"/>
              <a:gd name="connsiteY2" fmla="*/ 0 h 1727200"/>
              <a:gd name="connisteX3" fmla="*/ 50800 w 50800"/>
              <a:gd name="connsiteY3" fmla="*/ 25400 h 1727200"/>
              <a:gd name="connisteX4" fmla="*/ 50800 w 50800"/>
              <a:gd name="connsiteY4" fmla="*/ 1701800 h 1727200"/>
              <a:gd name="connisteX5" fmla="*/ 25400 w 50800"/>
              <a:gd name="connsiteY5" fmla="*/ 1727200 h 1727200"/>
              <a:gd name="connisteX6" fmla="*/ 25400 w 50800"/>
              <a:gd name="connsiteY6" fmla="*/ 1727200 h 1727200"/>
              <a:gd name="connisteX7" fmla="*/ 0 w 50800"/>
              <a:gd name="connsiteY7" fmla="*/ 1701800 h 1727200"/>
              <a:gd name="connisteX8" fmla="*/ 0 w 50800"/>
              <a:gd name="connsiteY8" fmla="*/ 25400 h 1727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50800" h="17272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701800"/>
                </a:lnTo>
                <a:cubicBezTo>
                  <a:pt x="50800" y="1715828"/>
                  <a:pt x="39428" y="1727200"/>
                  <a:pt x="25400" y="1727200"/>
                </a:cubicBezTo>
                <a:lnTo>
                  <a:pt x="25400" y="1727200"/>
                </a:lnTo>
                <a:cubicBezTo>
                  <a:pt x="11372" y="1727200"/>
                  <a:pt x="0" y="1715828"/>
                  <a:pt x="0" y="17018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7" name="文本占位符 16"/>
          <p:cNvSpPr>
            <a:spLocks noGrp="1"/>
          </p:cNvSpPr>
          <p:nvPr>
            <p:ph type="body" idx="16388" hasCustomPrompt="1"/>
            <p:custDataLst>
              <p:tags r:id="rId10"/>
            </p:custDataLst>
          </p:nvPr>
        </p:nvSpPr>
        <p:spPr>
          <a:xfrm>
            <a:off x="8801100" y="1930400"/>
            <a:ext cx="27813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89" hasCustomPrompt="1"/>
            <p:custDataLst>
              <p:tags r:id="rId11"/>
            </p:custDataLst>
          </p:nvPr>
        </p:nvSpPr>
        <p:spPr>
          <a:xfrm>
            <a:off x="8801100" y="2438400"/>
            <a:ext cx="27813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9" name="装饰  8"/>
          <p:cNvSpPr>
            <a:spLocks noGrp="1"/>
          </p:cNvSpPr>
          <p:nvPr>
            <p:ph type="body" idx="16397" hasCustomPrompt="1"/>
            <p:custDataLst>
              <p:tags r:id="rId12"/>
            </p:custDataLst>
          </p:nvPr>
        </p:nvSpPr>
        <p:spPr>
          <a:xfrm>
            <a:off x="5257800" y="4114800"/>
            <a:ext cx="50800" cy="1727200"/>
          </a:xfrm>
          <a:custGeom>
            <a:avLst/>
            <a:gdLst>
              <a:gd name="connisteX0" fmla="*/ 0 w 50800"/>
              <a:gd name="connsiteY0" fmla="*/ 25400 h 1727200"/>
              <a:gd name="connisteX1" fmla="*/ 25400 w 50800"/>
              <a:gd name="connsiteY1" fmla="*/ 0 h 1727200"/>
              <a:gd name="connisteX2" fmla="*/ 25400 w 50800"/>
              <a:gd name="connsiteY2" fmla="*/ 0 h 1727200"/>
              <a:gd name="connisteX3" fmla="*/ 50800 w 50800"/>
              <a:gd name="connsiteY3" fmla="*/ 25400 h 1727200"/>
              <a:gd name="connisteX4" fmla="*/ 50800 w 50800"/>
              <a:gd name="connsiteY4" fmla="*/ 1701800 h 1727200"/>
              <a:gd name="connisteX5" fmla="*/ 25400 w 50800"/>
              <a:gd name="connsiteY5" fmla="*/ 1727200 h 1727200"/>
              <a:gd name="connisteX6" fmla="*/ 25400 w 50800"/>
              <a:gd name="connsiteY6" fmla="*/ 1727200 h 1727200"/>
              <a:gd name="connisteX7" fmla="*/ 0 w 50800"/>
              <a:gd name="connsiteY7" fmla="*/ 1701800 h 1727200"/>
              <a:gd name="connisteX8" fmla="*/ 0 w 50800"/>
              <a:gd name="connsiteY8" fmla="*/ 25400 h 1727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50800" h="17272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701800"/>
                </a:lnTo>
                <a:cubicBezTo>
                  <a:pt x="50800" y="1715828"/>
                  <a:pt x="39428" y="1727200"/>
                  <a:pt x="25400" y="1727200"/>
                </a:cubicBezTo>
                <a:lnTo>
                  <a:pt x="25400" y="1727200"/>
                </a:lnTo>
                <a:cubicBezTo>
                  <a:pt x="11372" y="1727200"/>
                  <a:pt x="0" y="1715828"/>
                  <a:pt x="0" y="17018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0" name="文本占位符 19"/>
          <p:cNvSpPr>
            <a:spLocks noGrp="1"/>
          </p:cNvSpPr>
          <p:nvPr>
            <p:ph type="body" idx="16390" hasCustomPrompt="1"/>
            <p:custDataLst>
              <p:tags r:id="rId13"/>
            </p:custDataLst>
          </p:nvPr>
        </p:nvSpPr>
        <p:spPr>
          <a:xfrm>
            <a:off x="5410200" y="4114800"/>
            <a:ext cx="27813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21" name="文本占位符 20"/>
          <p:cNvSpPr>
            <a:spLocks noGrp="1"/>
          </p:cNvSpPr>
          <p:nvPr>
            <p:ph type="body" idx="16391" hasCustomPrompt="1"/>
            <p:custDataLst>
              <p:tags r:id="rId14"/>
            </p:custDataLst>
          </p:nvPr>
        </p:nvSpPr>
        <p:spPr>
          <a:xfrm>
            <a:off x="5410200" y="4622800"/>
            <a:ext cx="27813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22" name="装饰  1"/>
          <p:cNvSpPr>
            <a:spLocks noGrp="1"/>
          </p:cNvSpPr>
          <p:nvPr>
            <p:ph type="body" idx="16398" hasCustomPrompt="1"/>
            <p:custDataLst>
              <p:tags r:id="rId15"/>
            </p:custDataLst>
          </p:nvPr>
        </p:nvSpPr>
        <p:spPr>
          <a:xfrm>
            <a:off x="8648700" y="4114800"/>
            <a:ext cx="50800" cy="1727200"/>
          </a:xfrm>
          <a:custGeom>
            <a:avLst/>
            <a:gdLst>
              <a:gd name="connisteX0" fmla="*/ 0 w 50800"/>
              <a:gd name="connsiteY0" fmla="*/ 25400 h 1727200"/>
              <a:gd name="connisteX1" fmla="*/ 25400 w 50800"/>
              <a:gd name="connsiteY1" fmla="*/ 0 h 1727200"/>
              <a:gd name="connisteX2" fmla="*/ 25400 w 50800"/>
              <a:gd name="connsiteY2" fmla="*/ 0 h 1727200"/>
              <a:gd name="connisteX3" fmla="*/ 50800 w 50800"/>
              <a:gd name="connsiteY3" fmla="*/ 25400 h 1727200"/>
              <a:gd name="connisteX4" fmla="*/ 50800 w 50800"/>
              <a:gd name="connsiteY4" fmla="*/ 1701800 h 1727200"/>
              <a:gd name="connisteX5" fmla="*/ 25400 w 50800"/>
              <a:gd name="connsiteY5" fmla="*/ 1727200 h 1727200"/>
              <a:gd name="connisteX6" fmla="*/ 25400 w 50800"/>
              <a:gd name="connsiteY6" fmla="*/ 1727200 h 1727200"/>
              <a:gd name="connisteX7" fmla="*/ 0 w 50800"/>
              <a:gd name="connsiteY7" fmla="*/ 1701800 h 1727200"/>
              <a:gd name="connisteX8" fmla="*/ 0 w 50800"/>
              <a:gd name="connsiteY8" fmla="*/ 25400 h 1727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50800" h="17272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701800"/>
                </a:lnTo>
                <a:cubicBezTo>
                  <a:pt x="50800" y="1715828"/>
                  <a:pt x="39428" y="1727200"/>
                  <a:pt x="25400" y="1727200"/>
                </a:cubicBezTo>
                <a:lnTo>
                  <a:pt x="25400" y="1727200"/>
                </a:lnTo>
                <a:cubicBezTo>
                  <a:pt x="11372" y="1727200"/>
                  <a:pt x="0" y="1715828"/>
                  <a:pt x="0" y="17018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3" name="文本占位符 22"/>
          <p:cNvSpPr>
            <a:spLocks noGrp="1"/>
          </p:cNvSpPr>
          <p:nvPr>
            <p:ph type="body" idx="16392" hasCustomPrompt="1"/>
            <p:custDataLst>
              <p:tags r:id="rId16"/>
            </p:custDataLst>
          </p:nvPr>
        </p:nvSpPr>
        <p:spPr>
          <a:xfrm>
            <a:off x="8801100" y="4114800"/>
            <a:ext cx="27813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24" name="文本占位符 23"/>
          <p:cNvSpPr>
            <a:spLocks noGrp="1"/>
          </p:cNvSpPr>
          <p:nvPr>
            <p:ph type="body" idx="16393" hasCustomPrompt="1"/>
            <p:custDataLst>
              <p:tags r:id="rId17"/>
            </p:custDataLst>
          </p:nvPr>
        </p:nvSpPr>
        <p:spPr>
          <a:xfrm>
            <a:off x="8801100" y="4622800"/>
            <a:ext cx="27813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4_1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图片占位符 11"/>
          <p:cNvSpPr>
            <a:spLocks noGrp="1"/>
          </p:cNvSpPr>
          <p:nvPr>
            <p:ph type="pic" idx="16392" hasCustomPrompt="1"/>
            <p:custDataLst>
              <p:tags r:id="rId5"/>
            </p:custDataLst>
          </p:nvPr>
        </p:nvSpPr>
        <p:spPr>
          <a:xfrm>
            <a:off x="1168400" y="1905000"/>
            <a:ext cx="2133600" cy="2133600"/>
          </a:xfrm>
          <a:custGeom>
            <a:avLst/>
            <a:gdLst>
              <a:gd name="connisteX0" fmla="*/ 0 w 2133600"/>
              <a:gd name="connsiteY0" fmla="*/ 1066800 h 2133600"/>
              <a:gd name="connisteX1" fmla="*/ 1066800 w 2133600"/>
              <a:gd name="connsiteY1" fmla="*/ 0 h 2133600"/>
              <a:gd name="connisteX2" fmla="*/ 1066800 w 2133600"/>
              <a:gd name="connsiteY2" fmla="*/ 0 h 2133600"/>
              <a:gd name="connisteX3" fmla="*/ 2133600 w 2133600"/>
              <a:gd name="connsiteY3" fmla="*/ 1066800 h 2133600"/>
              <a:gd name="connisteX4" fmla="*/ 2133600 w 2133600"/>
              <a:gd name="connsiteY4" fmla="*/ 1066800 h 2133600"/>
              <a:gd name="connisteX5" fmla="*/ 1066800 w 2133600"/>
              <a:gd name="connsiteY5" fmla="*/ 2133600 h 2133600"/>
              <a:gd name="connisteX6" fmla="*/ 1066800 w 2133600"/>
              <a:gd name="connsiteY6" fmla="*/ 2133600 h 2133600"/>
              <a:gd name="connisteX7" fmla="*/ 0 w 2133600"/>
              <a:gd name="connsiteY7" fmla="*/ 1066800 h 2133600"/>
              <a:gd name="connisteX8" fmla="*/ 0 w 2133600"/>
              <a:gd name="connsiteY8" fmla="*/ 1066800 h 2133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2133600" h="2133600">
                <a:moveTo>
                  <a:pt x="0" y="1066800"/>
                </a:moveTo>
                <a:cubicBezTo>
                  <a:pt x="0" y="477623"/>
                  <a:pt x="477623" y="0"/>
                  <a:pt x="1066800" y="0"/>
                </a:cubicBezTo>
                <a:lnTo>
                  <a:pt x="1066800" y="0"/>
                </a:lnTo>
                <a:cubicBezTo>
                  <a:pt x="1655977" y="0"/>
                  <a:pt x="2133600" y="477623"/>
                  <a:pt x="2133600" y="1066800"/>
                </a:cubicBezTo>
                <a:lnTo>
                  <a:pt x="2133600" y="1066800"/>
                </a:lnTo>
                <a:cubicBezTo>
                  <a:pt x="2133600" y="1655977"/>
                  <a:pt x="1655977" y="2133600"/>
                  <a:pt x="1066800" y="2133600"/>
                </a:cubicBezTo>
                <a:lnTo>
                  <a:pt x="1066800" y="2133600"/>
                </a:lnTo>
                <a:cubicBezTo>
                  <a:pt x="477623" y="2133600"/>
                  <a:pt x="0" y="1655977"/>
                  <a:pt x="0" y="1066800"/>
                </a:cubicBezTo>
                <a:lnTo>
                  <a:pt x="0" y="10668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3" name="文本占位符 12"/>
          <p:cNvSpPr>
            <a:spLocks noGrp="1"/>
          </p:cNvSpPr>
          <p:nvPr>
            <p:ph type="body" idx="16386" hasCustomPrompt="1"/>
            <p:custDataLst>
              <p:tags r:id="rId6"/>
            </p:custDataLst>
          </p:nvPr>
        </p:nvSpPr>
        <p:spPr>
          <a:xfrm>
            <a:off x="609600" y="43942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7" hasCustomPrompt="1"/>
            <p:custDataLst>
              <p:tags r:id="rId7"/>
            </p:custDataLst>
          </p:nvPr>
        </p:nvSpPr>
        <p:spPr>
          <a:xfrm>
            <a:off x="609600" y="4953000"/>
            <a:ext cx="32512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5" name="图片占位符 14"/>
          <p:cNvSpPr>
            <a:spLocks noGrp="1"/>
          </p:cNvSpPr>
          <p:nvPr>
            <p:ph type="pic" idx="16393" hasCustomPrompt="1"/>
            <p:custDataLst>
              <p:tags r:id="rId8"/>
            </p:custDataLst>
          </p:nvPr>
        </p:nvSpPr>
        <p:spPr>
          <a:xfrm>
            <a:off x="5029200" y="1905000"/>
            <a:ext cx="2133600" cy="2133600"/>
          </a:xfrm>
          <a:custGeom>
            <a:avLst/>
            <a:gdLst>
              <a:gd name="connisteX0" fmla="*/ 0 w 2133600"/>
              <a:gd name="connsiteY0" fmla="*/ 1066800 h 2133600"/>
              <a:gd name="connisteX1" fmla="*/ 1066800 w 2133600"/>
              <a:gd name="connsiteY1" fmla="*/ 0 h 2133600"/>
              <a:gd name="connisteX2" fmla="*/ 1066800 w 2133600"/>
              <a:gd name="connsiteY2" fmla="*/ 0 h 2133600"/>
              <a:gd name="connisteX3" fmla="*/ 2133600 w 2133600"/>
              <a:gd name="connsiteY3" fmla="*/ 1066800 h 2133600"/>
              <a:gd name="connisteX4" fmla="*/ 2133600 w 2133600"/>
              <a:gd name="connsiteY4" fmla="*/ 1066800 h 2133600"/>
              <a:gd name="connisteX5" fmla="*/ 1066800 w 2133600"/>
              <a:gd name="connsiteY5" fmla="*/ 2133600 h 2133600"/>
              <a:gd name="connisteX6" fmla="*/ 1066800 w 2133600"/>
              <a:gd name="connsiteY6" fmla="*/ 2133600 h 2133600"/>
              <a:gd name="connisteX7" fmla="*/ 0 w 2133600"/>
              <a:gd name="connsiteY7" fmla="*/ 1066800 h 2133600"/>
              <a:gd name="connisteX8" fmla="*/ 0 w 2133600"/>
              <a:gd name="connsiteY8" fmla="*/ 1066800 h 2133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2133600" h="2133600">
                <a:moveTo>
                  <a:pt x="0" y="1066800"/>
                </a:moveTo>
                <a:cubicBezTo>
                  <a:pt x="0" y="477623"/>
                  <a:pt x="477623" y="0"/>
                  <a:pt x="1066800" y="0"/>
                </a:cubicBezTo>
                <a:lnTo>
                  <a:pt x="1066800" y="0"/>
                </a:lnTo>
                <a:cubicBezTo>
                  <a:pt x="1655977" y="0"/>
                  <a:pt x="2133600" y="477623"/>
                  <a:pt x="2133600" y="1066800"/>
                </a:cubicBezTo>
                <a:lnTo>
                  <a:pt x="2133600" y="1066800"/>
                </a:lnTo>
                <a:cubicBezTo>
                  <a:pt x="2133600" y="1655977"/>
                  <a:pt x="1655977" y="2133600"/>
                  <a:pt x="1066800" y="2133600"/>
                </a:cubicBezTo>
                <a:lnTo>
                  <a:pt x="1066800" y="2133600"/>
                </a:lnTo>
                <a:cubicBezTo>
                  <a:pt x="477623" y="2133600"/>
                  <a:pt x="0" y="1655977"/>
                  <a:pt x="0" y="1066800"/>
                </a:cubicBezTo>
                <a:lnTo>
                  <a:pt x="0" y="10668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6" name="文本占位符 15"/>
          <p:cNvSpPr>
            <a:spLocks noGrp="1"/>
          </p:cNvSpPr>
          <p:nvPr>
            <p:ph type="body" idx="16388" hasCustomPrompt="1"/>
            <p:custDataLst>
              <p:tags r:id="rId9"/>
            </p:custDataLst>
          </p:nvPr>
        </p:nvSpPr>
        <p:spPr>
          <a:xfrm>
            <a:off x="4470400" y="43942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7" name="文本占位符 16"/>
          <p:cNvSpPr>
            <a:spLocks noGrp="1"/>
          </p:cNvSpPr>
          <p:nvPr>
            <p:ph type="body" idx="16389" hasCustomPrompt="1"/>
            <p:custDataLst>
              <p:tags r:id="rId10"/>
            </p:custDataLst>
          </p:nvPr>
        </p:nvSpPr>
        <p:spPr>
          <a:xfrm>
            <a:off x="4470400" y="4953000"/>
            <a:ext cx="32512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8" name="图片占位符 17"/>
          <p:cNvSpPr>
            <a:spLocks noGrp="1"/>
          </p:cNvSpPr>
          <p:nvPr>
            <p:ph type="pic" idx="16394" hasCustomPrompt="1"/>
            <p:custDataLst>
              <p:tags r:id="rId11"/>
            </p:custDataLst>
          </p:nvPr>
        </p:nvSpPr>
        <p:spPr>
          <a:xfrm>
            <a:off x="8890000" y="1905000"/>
            <a:ext cx="2133600" cy="2133600"/>
          </a:xfrm>
          <a:custGeom>
            <a:avLst/>
            <a:gdLst>
              <a:gd name="connisteX0" fmla="*/ 0 w 2133600"/>
              <a:gd name="connsiteY0" fmla="*/ 1066800 h 2133600"/>
              <a:gd name="connisteX1" fmla="*/ 1066800 w 2133600"/>
              <a:gd name="connsiteY1" fmla="*/ 0 h 2133600"/>
              <a:gd name="connisteX2" fmla="*/ 1066800 w 2133600"/>
              <a:gd name="connsiteY2" fmla="*/ 0 h 2133600"/>
              <a:gd name="connisteX3" fmla="*/ 2133600 w 2133600"/>
              <a:gd name="connsiteY3" fmla="*/ 1066800 h 2133600"/>
              <a:gd name="connisteX4" fmla="*/ 2133600 w 2133600"/>
              <a:gd name="connsiteY4" fmla="*/ 1066800 h 2133600"/>
              <a:gd name="connisteX5" fmla="*/ 1066800 w 2133600"/>
              <a:gd name="connsiteY5" fmla="*/ 2133600 h 2133600"/>
              <a:gd name="connisteX6" fmla="*/ 1066800 w 2133600"/>
              <a:gd name="connsiteY6" fmla="*/ 2133600 h 2133600"/>
              <a:gd name="connisteX7" fmla="*/ 0 w 2133600"/>
              <a:gd name="connsiteY7" fmla="*/ 1066800 h 2133600"/>
              <a:gd name="connisteX8" fmla="*/ 0 w 2133600"/>
              <a:gd name="connsiteY8" fmla="*/ 1066800 h 2133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2133600" h="2133600">
                <a:moveTo>
                  <a:pt x="0" y="1066800"/>
                </a:moveTo>
                <a:cubicBezTo>
                  <a:pt x="0" y="477623"/>
                  <a:pt x="477623" y="0"/>
                  <a:pt x="1066800" y="0"/>
                </a:cubicBezTo>
                <a:lnTo>
                  <a:pt x="1066800" y="0"/>
                </a:lnTo>
                <a:cubicBezTo>
                  <a:pt x="1655977" y="0"/>
                  <a:pt x="2133600" y="477623"/>
                  <a:pt x="2133600" y="1066800"/>
                </a:cubicBezTo>
                <a:lnTo>
                  <a:pt x="2133600" y="1066800"/>
                </a:lnTo>
                <a:cubicBezTo>
                  <a:pt x="2133600" y="1655977"/>
                  <a:pt x="1655977" y="2133600"/>
                  <a:pt x="1066800" y="2133600"/>
                </a:cubicBezTo>
                <a:lnTo>
                  <a:pt x="1066800" y="2133600"/>
                </a:lnTo>
                <a:cubicBezTo>
                  <a:pt x="477623" y="2133600"/>
                  <a:pt x="0" y="1655977"/>
                  <a:pt x="0" y="1066800"/>
                </a:cubicBezTo>
                <a:lnTo>
                  <a:pt x="0" y="10668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idx="16390" hasCustomPrompt="1"/>
            <p:custDataLst>
              <p:tags r:id="rId12"/>
            </p:custDataLst>
          </p:nvPr>
        </p:nvSpPr>
        <p:spPr>
          <a:xfrm>
            <a:off x="8331200" y="43942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20" name="文本占位符 19"/>
          <p:cNvSpPr>
            <a:spLocks noGrp="1"/>
          </p:cNvSpPr>
          <p:nvPr>
            <p:ph type="body" idx="16391" hasCustomPrompt="1"/>
            <p:custDataLst>
              <p:tags r:id="rId13"/>
            </p:custDataLst>
          </p:nvPr>
        </p:nvSpPr>
        <p:spPr>
          <a:xfrm>
            <a:off x="8331200" y="4953000"/>
            <a:ext cx="32512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章节页_1_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任意多边形: 形状 59"/>
          <p:cNvSpPr/>
          <p:nvPr userDrawn="1">
            <p:custDataLst>
              <p:tags r:id="rId1"/>
            </p:custDataLst>
          </p:nvPr>
        </p:nvSpPr>
        <p:spPr>
          <a:xfrm flipH="1">
            <a:off x="0" y="4894580"/>
            <a:ext cx="4095115" cy="1963420"/>
          </a:xfrm>
          <a:custGeom>
            <a:avLst/>
            <a:gdLst>
              <a:gd name="connsiteX0" fmla="*/ 3422801 w 5407679"/>
              <a:gd name="connsiteY0" fmla="*/ 0 h 2406016"/>
              <a:gd name="connsiteX1" fmla="*/ 5236006 w 5407679"/>
              <a:gd name="connsiteY1" fmla="*/ 482624 h 2406016"/>
              <a:gd name="connsiteX2" fmla="*/ 5407679 w 5407679"/>
              <a:gd name="connsiteY2" fmla="*/ 589781 h 2406016"/>
              <a:gd name="connsiteX3" fmla="*/ 5407679 w 5407679"/>
              <a:gd name="connsiteY3" fmla="*/ 2406016 h 2406016"/>
              <a:gd name="connsiteX4" fmla="*/ 0 w 5407679"/>
              <a:gd name="connsiteY4" fmla="*/ 2406016 h 2406016"/>
              <a:gd name="connsiteX5" fmla="*/ 66315 w 5407679"/>
              <a:gd name="connsiteY5" fmla="*/ 2224829 h 2406016"/>
              <a:gd name="connsiteX6" fmla="*/ 3422801 w 5407679"/>
              <a:gd name="connsiteY6" fmla="*/ 0 h 24060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07679" h="2406016">
                <a:moveTo>
                  <a:pt x="3422801" y="0"/>
                </a:moveTo>
                <a:cubicBezTo>
                  <a:pt x="4082935" y="0"/>
                  <a:pt x="4702056" y="175595"/>
                  <a:pt x="5236006" y="482624"/>
                </a:cubicBezTo>
                <a:lnTo>
                  <a:pt x="5407679" y="589781"/>
                </a:lnTo>
                <a:lnTo>
                  <a:pt x="5407679" y="2406016"/>
                </a:lnTo>
                <a:lnTo>
                  <a:pt x="0" y="2406016"/>
                </a:lnTo>
                <a:lnTo>
                  <a:pt x="66315" y="2224829"/>
                </a:lnTo>
                <a:cubicBezTo>
                  <a:pt x="619315" y="917391"/>
                  <a:pt x="1913924" y="0"/>
                  <a:pt x="3422801" y="0"/>
                </a:cubicBezTo>
                <a:close/>
              </a:path>
            </a:pathLst>
          </a:custGeom>
          <a:solidFill>
            <a:schemeClr val="accent4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accent4"/>
              </a:solidFill>
              <a:cs typeface="MiSans Bold" panose="00000800000000000000" pitchFamily="2" charset="-122"/>
            </a:endParaRPr>
          </a:p>
        </p:txBody>
      </p:sp>
      <p:pic>
        <p:nvPicPr>
          <p:cNvPr id="161" name="图片 160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14" cstate="print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saturation sat="3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844" r="6909" b="28992"/>
          <a:stretch>
            <a:fillRect/>
          </a:stretch>
        </p:blipFill>
        <p:spPr>
          <a:xfrm flipH="1">
            <a:off x="0" y="0"/>
            <a:ext cx="12192000" cy="6134100"/>
          </a:xfrm>
          <a:prstGeom prst="rect">
            <a:avLst/>
          </a:prstGeom>
        </p:spPr>
      </p:pic>
      <p:sp>
        <p:nvSpPr>
          <p:cNvPr id="2" name="矩形 1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2192000" cy="6133465"/>
          </a:xfrm>
          <a:prstGeom prst="rect">
            <a:avLst/>
          </a:prstGeom>
          <a:gradFill>
            <a:gsLst>
              <a:gs pos="0">
                <a:schemeClr val="accent1">
                  <a:alpha val="90000"/>
                </a:schemeClr>
              </a:gs>
              <a:gs pos="100000">
                <a:schemeClr val="accent1">
                  <a:alpha val="6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6385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6386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6387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标题 1"/>
          <p:cNvSpPr>
            <a:spLocks noGrp="1"/>
          </p:cNvSpPr>
          <p:nvPr>
            <p:ph type="title" idx="16388" hasCustomPrompt="1"/>
            <p:custDataLst>
              <p:tags r:id="rId7"/>
            </p:custDataLst>
          </p:nvPr>
        </p:nvSpPr>
        <p:spPr>
          <a:xfrm>
            <a:off x="4823883" y="3209925"/>
            <a:ext cx="6352117" cy="1524000"/>
          </a:xfrm>
        </p:spPr>
        <p:txBody>
          <a:bodyPr vert="horz" lIns="0" tIns="0" rIns="0" bIns="0" anchor="t" anchorCtr="0">
            <a:normAutofit/>
          </a:bodyPr>
          <a:lstStyle>
            <a:lvl1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4800" b="0" spc="0">
                <a:solidFill>
                  <a:schemeClr val="bg1"/>
                </a:solidFill>
              </a:defRPr>
            </a:lvl1pPr>
          </a:lstStyle>
          <a:p>
            <a:r>
              <a:rPr lang="zh-CN" altLang="en-US" dirty="0"/>
              <a:t>单击此处添加章节标题</a:t>
            </a:r>
          </a:p>
        </p:txBody>
      </p:sp>
      <p:sp>
        <p:nvSpPr>
          <p:cNvPr id="10" name="文本占位符 2"/>
          <p:cNvSpPr>
            <a:spLocks noGrp="1"/>
          </p:cNvSpPr>
          <p:nvPr>
            <p:ph type="body" idx="16389" hasCustomPrompt="1"/>
            <p:custDataLst>
              <p:tags r:id="rId8"/>
            </p:custDataLst>
          </p:nvPr>
        </p:nvSpPr>
        <p:spPr>
          <a:xfrm>
            <a:off x="9648825" y="1584325"/>
            <a:ext cx="1527175" cy="1524000"/>
          </a:xfrm>
        </p:spPr>
        <p:txBody>
          <a:bodyPr vert="horz" lIns="0" tIns="0" rIns="0" bIns="0" anchor="ctr" anchorCtr="0">
            <a:normAutofit/>
          </a:bodyPr>
          <a:lstStyle>
            <a:lvl1pPr marL="0" indent="0" algn="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7200" b="1" spc="0">
                <a:solidFill>
                  <a:schemeClr val="accent2"/>
                </a:solidFill>
              </a:defRPr>
            </a:lvl1pPr>
          </a:lstStyle>
          <a:p>
            <a:pPr lvl="0"/>
            <a:r>
              <a:rPr lang="zh-CN" altLang="en-US"/>
              <a:t>01</a:t>
            </a:r>
          </a:p>
        </p:txBody>
      </p:sp>
      <p:sp>
        <p:nvSpPr>
          <p:cNvPr id="4" name="矩形 3"/>
          <p:cNvSpPr/>
          <p:nvPr userDrawn="1">
            <p:custDataLst>
              <p:tags r:id="rId9"/>
            </p:custDataLst>
          </p:nvPr>
        </p:nvSpPr>
        <p:spPr>
          <a:xfrm>
            <a:off x="-49" y="6088077"/>
            <a:ext cx="12192098" cy="1520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/>
              </a:solidFill>
              <a:cs typeface="MiSans Bold" panose="00000800000000000000" pitchFamily="2" charset="-122"/>
            </a:endParaRPr>
          </a:p>
        </p:txBody>
      </p:sp>
      <p:grpSp>
        <p:nvGrpSpPr>
          <p:cNvPr id="5" name="组合 4"/>
          <p:cNvGrpSpPr/>
          <p:nvPr userDrawn="1"/>
        </p:nvGrpSpPr>
        <p:grpSpPr>
          <a:xfrm>
            <a:off x="505460" y="581660"/>
            <a:ext cx="622935" cy="91440"/>
            <a:chOff x="17169" y="614"/>
            <a:chExt cx="981" cy="144"/>
          </a:xfrm>
        </p:grpSpPr>
        <p:sp>
          <p:nvSpPr>
            <p:cNvPr id="11" name="椭圆 5"/>
            <p:cNvSpPr/>
            <p:nvPr userDrawn="1">
              <p:custDataLst>
                <p:tags r:id="rId10"/>
              </p:custDataLst>
            </p:nvPr>
          </p:nvSpPr>
          <p:spPr>
            <a:xfrm>
              <a:off x="17169" y="614"/>
              <a:ext cx="144" cy="14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MiSans Bold" panose="00000800000000000000" pitchFamily="2" charset="-122"/>
              </a:endParaRPr>
            </a:p>
          </p:txBody>
        </p:sp>
        <p:sp>
          <p:nvSpPr>
            <p:cNvPr id="13" name="椭圆 12"/>
            <p:cNvSpPr/>
            <p:nvPr userDrawn="1">
              <p:custDataLst>
                <p:tags r:id="rId11"/>
              </p:custDataLst>
            </p:nvPr>
          </p:nvSpPr>
          <p:spPr>
            <a:xfrm>
              <a:off x="17588" y="614"/>
              <a:ext cx="144" cy="144"/>
            </a:xfrm>
            <a:prstGeom prst="ellipse">
              <a:avLst/>
            </a:prstGeom>
            <a:solidFill>
              <a:schemeClr val="accent2">
                <a:alpha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MiSans Bold" panose="00000800000000000000" pitchFamily="2" charset="-122"/>
              </a:endParaRPr>
            </a:p>
          </p:txBody>
        </p:sp>
        <p:sp>
          <p:nvSpPr>
            <p:cNvPr id="14" name="椭圆 13"/>
            <p:cNvSpPr/>
            <p:nvPr userDrawn="1">
              <p:custDataLst>
                <p:tags r:id="rId12"/>
              </p:custDataLst>
            </p:nvPr>
          </p:nvSpPr>
          <p:spPr>
            <a:xfrm>
              <a:off x="18006" y="614"/>
              <a:ext cx="144" cy="14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MiSans Bold" panose="00000800000000000000" pitchFamily="2" charset="-122"/>
              </a:endParaRPr>
            </a:p>
          </p:txBody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页-1-5_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副标题 10"/>
          <p:cNvSpPr>
            <a:spLocks noGrp="1"/>
          </p:cNvSpPr>
          <p:nvPr>
            <p:ph type="subTitle" idx="16386" hasCustomPrompt="1"/>
            <p:custDataLst>
              <p:tags r:id="rId4"/>
            </p:custDataLst>
          </p:nvPr>
        </p:nvSpPr>
        <p:spPr>
          <a:xfrm>
            <a:off x="761471" y="2667000"/>
            <a:ext cx="2363258" cy="4572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CONTENTS</a:t>
            </a:r>
          </a:p>
        </p:txBody>
      </p:sp>
      <p:sp>
        <p:nvSpPr>
          <p:cNvPr id="12" name="标题 11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760942" y="3175000"/>
            <a:ext cx="2364317" cy="762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4000"/>
              </a:lnSpc>
              <a:spcBef>
                <a:spcPct val="0"/>
              </a:spcBef>
              <a:spcAft>
                <a:spcPct val="0"/>
              </a:spcAft>
              <a:buNone/>
              <a:defRPr sz="4800" b="1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目录</a:t>
            </a:r>
          </a:p>
        </p:txBody>
      </p:sp>
      <p:sp>
        <p:nvSpPr>
          <p:cNvPr id="13" name="文本占位符 12"/>
          <p:cNvSpPr>
            <a:spLocks noGrp="1"/>
          </p:cNvSpPr>
          <p:nvPr>
            <p:ph type="body" idx="16388" hasCustomPrompt="1"/>
            <p:custDataLst>
              <p:tags r:id="rId6"/>
            </p:custDataLst>
          </p:nvPr>
        </p:nvSpPr>
        <p:spPr>
          <a:xfrm>
            <a:off x="4070350" y="14478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/>
              <a:t>01</a:t>
            </a:r>
          </a:p>
        </p:txBody>
      </p:sp>
      <p:sp>
        <p:nvSpPr>
          <p:cNvPr id="14" name="装饰  3"/>
          <p:cNvSpPr>
            <a:spLocks noGrp="1"/>
          </p:cNvSpPr>
          <p:nvPr>
            <p:ph type="body" idx="16399" hasCustomPrompt="1"/>
            <p:custDataLst>
              <p:tags r:id="rId7"/>
            </p:custDataLst>
          </p:nvPr>
        </p:nvSpPr>
        <p:spPr>
          <a:xfrm>
            <a:off x="4851400" y="13716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5080000" y="12954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6" name="文本占位符 15"/>
          <p:cNvSpPr>
            <a:spLocks noGrp="1"/>
          </p:cNvSpPr>
          <p:nvPr>
            <p:ph type="body" idx="16390" hasCustomPrompt="1"/>
            <p:custDataLst>
              <p:tags r:id="rId9"/>
            </p:custDataLst>
          </p:nvPr>
        </p:nvSpPr>
        <p:spPr>
          <a:xfrm>
            <a:off x="7994650" y="14478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/>
              <a:t>02</a:t>
            </a:r>
          </a:p>
        </p:txBody>
      </p:sp>
      <p:sp>
        <p:nvSpPr>
          <p:cNvPr id="17" name="装饰  6"/>
          <p:cNvSpPr>
            <a:spLocks noGrp="1"/>
          </p:cNvSpPr>
          <p:nvPr>
            <p:ph type="body" idx="16400" hasCustomPrompt="1"/>
            <p:custDataLst>
              <p:tags r:id="rId10"/>
            </p:custDataLst>
          </p:nvPr>
        </p:nvSpPr>
        <p:spPr>
          <a:xfrm>
            <a:off x="8775700" y="13716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89" hasCustomPrompt="1"/>
            <p:custDataLst>
              <p:tags r:id="rId11"/>
            </p:custDataLst>
          </p:nvPr>
        </p:nvSpPr>
        <p:spPr>
          <a:xfrm>
            <a:off x="9004300" y="12954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idx="16392" hasCustomPrompt="1"/>
            <p:custDataLst>
              <p:tags r:id="rId12"/>
            </p:custDataLst>
          </p:nvPr>
        </p:nvSpPr>
        <p:spPr>
          <a:xfrm>
            <a:off x="4070350" y="31242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/>
              <a:t>03</a:t>
            </a:r>
          </a:p>
        </p:txBody>
      </p:sp>
      <p:sp>
        <p:nvSpPr>
          <p:cNvPr id="20" name="装饰  9"/>
          <p:cNvSpPr>
            <a:spLocks noGrp="1"/>
          </p:cNvSpPr>
          <p:nvPr>
            <p:ph type="body" idx="16401" hasCustomPrompt="1"/>
            <p:custDataLst>
              <p:tags r:id="rId13"/>
            </p:custDataLst>
          </p:nvPr>
        </p:nvSpPr>
        <p:spPr>
          <a:xfrm>
            <a:off x="4851400" y="30480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1" name="文本占位符 20"/>
          <p:cNvSpPr>
            <a:spLocks noGrp="1"/>
          </p:cNvSpPr>
          <p:nvPr>
            <p:ph type="body" idx="16391" hasCustomPrompt="1"/>
            <p:custDataLst>
              <p:tags r:id="rId14"/>
            </p:custDataLst>
          </p:nvPr>
        </p:nvSpPr>
        <p:spPr>
          <a:xfrm>
            <a:off x="5080000" y="29718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22" name="文本占位符 21"/>
          <p:cNvSpPr>
            <a:spLocks noGrp="1"/>
          </p:cNvSpPr>
          <p:nvPr>
            <p:ph type="body" idx="16394" hasCustomPrompt="1"/>
            <p:custDataLst>
              <p:tags r:id="rId15"/>
            </p:custDataLst>
          </p:nvPr>
        </p:nvSpPr>
        <p:spPr>
          <a:xfrm>
            <a:off x="7994650" y="31242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/>
              <a:t>04</a:t>
            </a:r>
          </a:p>
        </p:txBody>
      </p:sp>
      <p:sp>
        <p:nvSpPr>
          <p:cNvPr id="23" name="装饰  2"/>
          <p:cNvSpPr>
            <a:spLocks noGrp="1"/>
          </p:cNvSpPr>
          <p:nvPr>
            <p:ph type="body" idx="16402" hasCustomPrompt="1"/>
            <p:custDataLst>
              <p:tags r:id="rId16"/>
            </p:custDataLst>
          </p:nvPr>
        </p:nvSpPr>
        <p:spPr>
          <a:xfrm>
            <a:off x="8775700" y="30480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4" name="文本占位符 23"/>
          <p:cNvSpPr>
            <a:spLocks noGrp="1"/>
          </p:cNvSpPr>
          <p:nvPr>
            <p:ph type="body" idx="16393" hasCustomPrompt="1"/>
            <p:custDataLst>
              <p:tags r:id="rId17"/>
            </p:custDataLst>
          </p:nvPr>
        </p:nvSpPr>
        <p:spPr>
          <a:xfrm>
            <a:off x="9004300" y="29718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25" name="文本占位符 24"/>
          <p:cNvSpPr>
            <a:spLocks noGrp="1"/>
          </p:cNvSpPr>
          <p:nvPr>
            <p:ph type="body" idx="16396" hasCustomPrompt="1"/>
            <p:custDataLst>
              <p:tags r:id="rId18"/>
            </p:custDataLst>
          </p:nvPr>
        </p:nvSpPr>
        <p:spPr>
          <a:xfrm>
            <a:off x="4070350" y="48006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/>
              <a:t>05</a:t>
            </a:r>
          </a:p>
        </p:txBody>
      </p:sp>
      <p:sp>
        <p:nvSpPr>
          <p:cNvPr id="26" name="装饰  5"/>
          <p:cNvSpPr>
            <a:spLocks noGrp="1"/>
          </p:cNvSpPr>
          <p:nvPr>
            <p:ph type="body" idx="16403" hasCustomPrompt="1"/>
            <p:custDataLst>
              <p:tags r:id="rId19"/>
            </p:custDataLst>
          </p:nvPr>
        </p:nvSpPr>
        <p:spPr>
          <a:xfrm>
            <a:off x="4851400" y="47244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7" name="文本占位符 26"/>
          <p:cNvSpPr>
            <a:spLocks noGrp="1"/>
          </p:cNvSpPr>
          <p:nvPr>
            <p:ph type="body" idx="16395" hasCustomPrompt="1"/>
            <p:custDataLst>
              <p:tags r:id="rId20"/>
            </p:custDataLst>
          </p:nvPr>
        </p:nvSpPr>
        <p:spPr>
          <a:xfrm>
            <a:off x="5080000" y="46482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28" name="文本占位符 27"/>
          <p:cNvSpPr>
            <a:spLocks noGrp="1"/>
          </p:cNvSpPr>
          <p:nvPr>
            <p:ph type="body" idx="16398" hasCustomPrompt="1"/>
            <p:custDataLst>
              <p:tags r:id="rId21"/>
            </p:custDataLst>
          </p:nvPr>
        </p:nvSpPr>
        <p:spPr>
          <a:xfrm>
            <a:off x="7994650" y="48006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/>
              <a:t>06</a:t>
            </a:r>
          </a:p>
        </p:txBody>
      </p:sp>
      <p:sp>
        <p:nvSpPr>
          <p:cNvPr id="29" name="装饰  8"/>
          <p:cNvSpPr>
            <a:spLocks noGrp="1"/>
          </p:cNvSpPr>
          <p:nvPr>
            <p:ph type="body" idx="16404" hasCustomPrompt="1"/>
            <p:custDataLst>
              <p:tags r:id="rId22"/>
            </p:custDataLst>
          </p:nvPr>
        </p:nvSpPr>
        <p:spPr>
          <a:xfrm>
            <a:off x="8775700" y="47244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30" name="文本占位符 29"/>
          <p:cNvSpPr>
            <a:spLocks noGrp="1"/>
          </p:cNvSpPr>
          <p:nvPr>
            <p:ph type="body" idx="16397" hasCustomPrompt="1"/>
            <p:custDataLst>
              <p:tags r:id="rId23"/>
            </p:custDataLst>
          </p:nvPr>
        </p:nvSpPr>
        <p:spPr>
          <a:xfrm>
            <a:off x="9004300" y="46482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1"/>
          <p:cNvSpPr/>
          <p:nvPr userDrawn="1">
            <p:custDataLst>
              <p:tags r:id="rId1"/>
            </p:custDataLst>
          </p:nvPr>
        </p:nvSpPr>
        <p:spPr>
          <a:xfrm>
            <a:off x="6783070" y="4451984"/>
            <a:ext cx="5408930" cy="2406016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8518" h="3789">
                <a:moveTo>
                  <a:pt x="5390" y="0"/>
                </a:moveTo>
                <a:cubicBezTo>
                  <a:pt x="6380" y="0"/>
                  <a:pt x="7311" y="251"/>
                  <a:pt x="8124" y="692"/>
                </a:cubicBezTo>
                <a:lnTo>
                  <a:pt x="8518" y="932"/>
                </a:lnTo>
                <a:lnTo>
                  <a:pt x="8518" y="3789"/>
                </a:lnTo>
                <a:lnTo>
                  <a:pt x="0" y="3789"/>
                </a:lnTo>
                <a:lnTo>
                  <a:pt x="0" y="3788"/>
                </a:lnTo>
                <a:lnTo>
                  <a:pt x="104" y="3504"/>
                </a:lnTo>
                <a:cubicBezTo>
                  <a:pt x="975" y="1445"/>
                  <a:pt x="3014" y="0"/>
                  <a:pt x="5390" y="0"/>
                </a:cubicBezTo>
                <a:close/>
              </a:path>
            </a:pathLst>
          </a:custGeom>
          <a:solidFill>
            <a:schemeClr val="accent2">
              <a:alpha val="13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20" name="图片 19" descr="城市的高楼大厦&#10;&#10;描述已自动生成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12" cstate="print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7816" t="21942" r="23935" b="14645"/>
          <a:stretch>
            <a:fillRect/>
          </a:stretch>
        </p:blipFill>
        <p:spPr>
          <a:xfrm>
            <a:off x="-27368" y="1"/>
            <a:ext cx="4582616" cy="6858000"/>
          </a:xfrm>
          <a:prstGeom prst="rect">
            <a:avLst/>
          </a:prstGeom>
        </p:spPr>
      </p:pic>
      <p:sp>
        <p:nvSpPr>
          <p:cNvPr id="21" name="矩形 20"/>
          <p:cNvSpPr/>
          <p:nvPr userDrawn="1">
            <p:custDataLst>
              <p:tags r:id="rId3"/>
            </p:custDataLst>
          </p:nvPr>
        </p:nvSpPr>
        <p:spPr>
          <a:xfrm>
            <a:off x="-62374" y="1498"/>
            <a:ext cx="4617622" cy="6855005"/>
          </a:xfrm>
          <a:prstGeom prst="rect">
            <a:avLst/>
          </a:prstGeom>
          <a:solidFill>
            <a:schemeClr val="accent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Light" panose="00000400000000000000" pitchFamily="2" charset="-122"/>
            </a:endParaRPr>
          </a:p>
        </p:txBody>
      </p:sp>
      <p:sp>
        <p:nvSpPr>
          <p:cNvPr id="19" name="矩形 18"/>
          <p:cNvSpPr/>
          <p:nvPr userDrawn="1">
            <p:custDataLst>
              <p:tags r:id="rId4"/>
            </p:custDataLst>
          </p:nvPr>
        </p:nvSpPr>
        <p:spPr>
          <a:xfrm rot="5400000">
            <a:off x="1146795" y="3374704"/>
            <a:ext cx="6855007" cy="996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Light" panose="00000400000000000000" pitchFamily="2" charset="-122"/>
            </a:endParaRPr>
          </a:p>
        </p:txBody>
      </p:sp>
      <p:sp>
        <p:nvSpPr>
          <p:cNvPr id="37" name="任意多边形 36"/>
          <p:cNvSpPr/>
          <p:nvPr userDrawn="1">
            <p:custDataLst>
              <p:tags r:id="rId5"/>
            </p:custDataLst>
          </p:nvPr>
        </p:nvSpPr>
        <p:spPr>
          <a:xfrm>
            <a:off x="3466465" y="259715"/>
            <a:ext cx="883920" cy="778510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">
                <a:pos x="hc" y="t"/>
              </a:cxn>
              <a:cxn ang="3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">
                <a:pos x="ir" y="it"/>
              </a:cxn>
            </a:cxnLst>
            <a:rect l="l" t="t" r="r" b="b"/>
            <a:pathLst>
              <a:path w="1392" h="1226">
                <a:moveTo>
                  <a:pt x="0" y="66"/>
                </a:moveTo>
                <a:cubicBezTo>
                  <a:pt x="0" y="30"/>
                  <a:pt x="30" y="0"/>
                  <a:pt x="66" y="0"/>
                </a:cubicBezTo>
                <a:cubicBezTo>
                  <a:pt x="102" y="0"/>
                  <a:pt x="132" y="30"/>
                  <a:pt x="132" y="66"/>
                </a:cubicBezTo>
                <a:cubicBezTo>
                  <a:pt x="132" y="102"/>
                  <a:pt x="102" y="132"/>
                  <a:pt x="66" y="132"/>
                </a:cubicBezTo>
                <a:cubicBezTo>
                  <a:pt x="30" y="132"/>
                  <a:pt x="0" y="102"/>
                  <a:pt x="0" y="66"/>
                </a:cubicBezTo>
                <a:close/>
                <a:moveTo>
                  <a:pt x="0" y="430"/>
                </a:moveTo>
                <a:cubicBezTo>
                  <a:pt x="0" y="394"/>
                  <a:pt x="30" y="364"/>
                  <a:pt x="66" y="364"/>
                </a:cubicBezTo>
                <a:cubicBezTo>
                  <a:pt x="102" y="364"/>
                  <a:pt x="132" y="394"/>
                  <a:pt x="132" y="430"/>
                </a:cubicBezTo>
                <a:cubicBezTo>
                  <a:pt x="132" y="466"/>
                  <a:pt x="102" y="496"/>
                  <a:pt x="66" y="496"/>
                </a:cubicBezTo>
                <a:cubicBezTo>
                  <a:pt x="30" y="496"/>
                  <a:pt x="0" y="466"/>
                  <a:pt x="0" y="430"/>
                </a:cubicBezTo>
                <a:close/>
                <a:moveTo>
                  <a:pt x="0" y="795"/>
                </a:moveTo>
                <a:cubicBezTo>
                  <a:pt x="0" y="759"/>
                  <a:pt x="30" y="729"/>
                  <a:pt x="66" y="729"/>
                </a:cubicBezTo>
                <a:cubicBezTo>
                  <a:pt x="102" y="729"/>
                  <a:pt x="132" y="759"/>
                  <a:pt x="132" y="795"/>
                </a:cubicBezTo>
                <a:cubicBezTo>
                  <a:pt x="132" y="831"/>
                  <a:pt x="102" y="861"/>
                  <a:pt x="66" y="861"/>
                </a:cubicBezTo>
                <a:cubicBezTo>
                  <a:pt x="30" y="861"/>
                  <a:pt x="0" y="831"/>
                  <a:pt x="0" y="795"/>
                </a:cubicBezTo>
                <a:close/>
                <a:moveTo>
                  <a:pt x="0" y="1160"/>
                </a:moveTo>
                <a:cubicBezTo>
                  <a:pt x="0" y="1124"/>
                  <a:pt x="30" y="1094"/>
                  <a:pt x="66" y="1094"/>
                </a:cubicBezTo>
                <a:cubicBezTo>
                  <a:pt x="102" y="1094"/>
                  <a:pt x="132" y="1124"/>
                  <a:pt x="132" y="1160"/>
                </a:cubicBezTo>
                <a:cubicBezTo>
                  <a:pt x="132" y="1196"/>
                  <a:pt x="102" y="1226"/>
                  <a:pt x="66" y="1226"/>
                </a:cubicBezTo>
                <a:cubicBezTo>
                  <a:pt x="30" y="1226"/>
                  <a:pt x="0" y="1196"/>
                  <a:pt x="0" y="1160"/>
                </a:cubicBezTo>
                <a:close/>
                <a:moveTo>
                  <a:pt x="420" y="66"/>
                </a:moveTo>
                <a:cubicBezTo>
                  <a:pt x="420" y="30"/>
                  <a:pt x="450" y="0"/>
                  <a:pt x="486" y="0"/>
                </a:cubicBezTo>
                <a:cubicBezTo>
                  <a:pt x="522" y="0"/>
                  <a:pt x="552" y="30"/>
                  <a:pt x="552" y="66"/>
                </a:cubicBezTo>
                <a:cubicBezTo>
                  <a:pt x="552" y="102"/>
                  <a:pt x="522" y="132"/>
                  <a:pt x="486" y="132"/>
                </a:cubicBezTo>
                <a:cubicBezTo>
                  <a:pt x="450" y="132"/>
                  <a:pt x="420" y="102"/>
                  <a:pt x="420" y="66"/>
                </a:cubicBezTo>
                <a:close/>
                <a:moveTo>
                  <a:pt x="420" y="430"/>
                </a:moveTo>
                <a:cubicBezTo>
                  <a:pt x="420" y="394"/>
                  <a:pt x="450" y="364"/>
                  <a:pt x="486" y="364"/>
                </a:cubicBezTo>
                <a:cubicBezTo>
                  <a:pt x="522" y="364"/>
                  <a:pt x="552" y="394"/>
                  <a:pt x="552" y="430"/>
                </a:cubicBezTo>
                <a:cubicBezTo>
                  <a:pt x="552" y="466"/>
                  <a:pt x="522" y="496"/>
                  <a:pt x="486" y="496"/>
                </a:cubicBezTo>
                <a:cubicBezTo>
                  <a:pt x="450" y="496"/>
                  <a:pt x="420" y="466"/>
                  <a:pt x="420" y="430"/>
                </a:cubicBezTo>
                <a:close/>
                <a:moveTo>
                  <a:pt x="420" y="795"/>
                </a:moveTo>
                <a:cubicBezTo>
                  <a:pt x="420" y="759"/>
                  <a:pt x="450" y="729"/>
                  <a:pt x="486" y="729"/>
                </a:cubicBezTo>
                <a:cubicBezTo>
                  <a:pt x="522" y="729"/>
                  <a:pt x="552" y="759"/>
                  <a:pt x="552" y="795"/>
                </a:cubicBezTo>
                <a:cubicBezTo>
                  <a:pt x="552" y="831"/>
                  <a:pt x="522" y="861"/>
                  <a:pt x="486" y="861"/>
                </a:cubicBezTo>
                <a:cubicBezTo>
                  <a:pt x="450" y="861"/>
                  <a:pt x="420" y="831"/>
                  <a:pt x="420" y="795"/>
                </a:cubicBezTo>
                <a:close/>
                <a:moveTo>
                  <a:pt x="420" y="1160"/>
                </a:moveTo>
                <a:cubicBezTo>
                  <a:pt x="420" y="1124"/>
                  <a:pt x="450" y="1094"/>
                  <a:pt x="486" y="1094"/>
                </a:cubicBezTo>
                <a:cubicBezTo>
                  <a:pt x="522" y="1094"/>
                  <a:pt x="552" y="1124"/>
                  <a:pt x="552" y="1160"/>
                </a:cubicBezTo>
                <a:cubicBezTo>
                  <a:pt x="552" y="1196"/>
                  <a:pt x="522" y="1226"/>
                  <a:pt x="486" y="1226"/>
                </a:cubicBezTo>
                <a:cubicBezTo>
                  <a:pt x="450" y="1226"/>
                  <a:pt x="420" y="1196"/>
                  <a:pt x="420" y="1160"/>
                </a:cubicBezTo>
                <a:close/>
                <a:moveTo>
                  <a:pt x="840" y="66"/>
                </a:moveTo>
                <a:cubicBezTo>
                  <a:pt x="840" y="30"/>
                  <a:pt x="870" y="0"/>
                  <a:pt x="906" y="0"/>
                </a:cubicBezTo>
                <a:cubicBezTo>
                  <a:pt x="942" y="0"/>
                  <a:pt x="972" y="30"/>
                  <a:pt x="972" y="66"/>
                </a:cubicBezTo>
                <a:cubicBezTo>
                  <a:pt x="972" y="102"/>
                  <a:pt x="942" y="132"/>
                  <a:pt x="906" y="132"/>
                </a:cubicBezTo>
                <a:cubicBezTo>
                  <a:pt x="870" y="132"/>
                  <a:pt x="840" y="102"/>
                  <a:pt x="840" y="66"/>
                </a:cubicBezTo>
                <a:close/>
                <a:moveTo>
                  <a:pt x="840" y="430"/>
                </a:moveTo>
                <a:cubicBezTo>
                  <a:pt x="840" y="394"/>
                  <a:pt x="870" y="364"/>
                  <a:pt x="906" y="364"/>
                </a:cubicBezTo>
                <a:cubicBezTo>
                  <a:pt x="942" y="364"/>
                  <a:pt x="972" y="394"/>
                  <a:pt x="972" y="430"/>
                </a:cubicBezTo>
                <a:cubicBezTo>
                  <a:pt x="972" y="466"/>
                  <a:pt x="942" y="496"/>
                  <a:pt x="906" y="496"/>
                </a:cubicBezTo>
                <a:cubicBezTo>
                  <a:pt x="870" y="496"/>
                  <a:pt x="840" y="466"/>
                  <a:pt x="840" y="430"/>
                </a:cubicBezTo>
                <a:close/>
                <a:moveTo>
                  <a:pt x="840" y="795"/>
                </a:moveTo>
                <a:cubicBezTo>
                  <a:pt x="840" y="759"/>
                  <a:pt x="870" y="729"/>
                  <a:pt x="906" y="729"/>
                </a:cubicBezTo>
                <a:cubicBezTo>
                  <a:pt x="942" y="729"/>
                  <a:pt x="972" y="759"/>
                  <a:pt x="972" y="795"/>
                </a:cubicBezTo>
                <a:cubicBezTo>
                  <a:pt x="972" y="831"/>
                  <a:pt x="942" y="861"/>
                  <a:pt x="906" y="861"/>
                </a:cubicBezTo>
                <a:cubicBezTo>
                  <a:pt x="870" y="861"/>
                  <a:pt x="840" y="831"/>
                  <a:pt x="840" y="795"/>
                </a:cubicBezTo>
                <a:close/>
                <a:moveTo>
                  <a:pt x="840" y="1160"/>
                </a:moveTo>
                <a:cubicBezTo>
                  <a:pt x="840" y="1124"/>
                  <a:pt x="870" y="1094"/>
                  <a:pt x="906" y="1094"/>
                </a:cubicBezTo>
                <a:cubicBezTo>
                  <a:pt x="942" y="1094"/>
                  <a:pt x="972" y="1124"/>
                  <a:pt x="972" y="1160"/>
                </a:cubicBezTo>
                <a:cubicBezTo>
                  <a:pt x="972" y="1196"/>
                  <a:pt x="942" y="1226"/>
                  <a:pt x="906" y="1226"/>
                </a:cubicBezTo>
                <a:cubicBezTo>
                  <a:pt x="870" y="1226"/>
                  <a:pt x="840" y="1196"/>
                  <a:pt x="840" y="1160"/>
                </a:cubicBezTo>
                <a:close/>
                <a:moveTo>
                  <a:pt x="1260" y="66"/>
                </a:moveTo>
                <a:cubicBezTo>
                  <a:pt x="1260" y="30"/>
                  <a:pt x="1290" y="0"/>
                  <a:pt x="1326" y="0"/>
                </a:cubicBezTo>
                <a:cubicBezTo>
                  <a:pt x="1362" y="0"/>
                  <a:pt x="1392" y="30"/>
                  <a:pt x="1392" y="66"/>
                </a:cubicBezTo>
                <a:cubicBezTo>
                  <a:pt x="1392" y="102"/>
                  <a:pt x="1362" y="132"/>
                  <a:pt x="1326" y="132"/>
                </a:cubicBezTo>
                <a:cubicBezTo>
                  <a:pt x="1290" y="132"/>
                  <a:pt x="1260" y="102"/>
                  <a:pt x="1260" y="66"/>
                </a:cubicBezTo>
                <a:close/>
                <a:moveTo>
                  <a:pt x="1260" y="430"/>
                </a:moveTo>
                <a:cubicBezTo>
                  <a:pt x="1260" y="394"/>
                  <a:pt x="1290" y="364"/>
                  <a:pt x="1326" y="364"/>
                </a:cubicBezTo>
                <a:cubicBezTo>
                  <a:pt x="1362" y="364"/>
                  <a:pt x="1392" y="394"/>
                  <a:pt x="1392" y="430"/>
                </a:cubicBezTo>
                <a:cubicBezTo>
                  <a:pt x="1392" y="466"/>
                  <a:pt x="1362" y="496"/>
                  <a:pt x="1326" y="496"/>
                </a:cubicBezTo>
                <a:cubicBezTo>
                  <a:pt x="1290" y="496"/>
                  <a:pt x="1260" y="466"/>
                  <a:pt x="1260" y="430"/>
                </a:cubicBezTo>
                <a:close/>
                <a:moveTo>
                  <a:pt x="1260" y="795"/>
                </a:moveTo>
                <a:cubicBezTo>
                  <a:pt x="1260" y="759"/>
                  <a:pt x="1290" y="729"/>
                  <a:pt x="1326" y="729"/>
                </a:cubicBezTo>
                <a:cubicBezTo>
                  <a:pt x="1362" y="729"/>
                  <a:pt x="1392" y="759"/>
                  <a:pt x="1392" y="795"/>
                </a:cubicBezTo>
                <a:cubicBezTo>
                  <a:pt x="1392" y="831"/>
                  <a:pt x="1362" y="861"/>
                  <a:pt x="1326" y="861"/>
                </a:cubicBezTo>
                <a:cubicBezTo>
                  <a:pt x="1290" y="861"/>
                  <a:pt x="1260" y="831"/>
                  <a:pt x="1260" y="795"/>
                </a:cubicBezTo>
                <a:close/>
                <a:moveTo>
                  <a:pt x="1260" y="1160"/>
                </a:moveTo>
                <a:cubicBezTo>
                  <a:pt x="1260" y="1124"/>
                  <a:pt x="1290" y="1094"/>
                  <a:pt x="1326" y="1094"/>
                </a:cubicBezTo>
                <a:cubicBezTo>
                  <a:pt x="1362" y="1094"/>
                  <a:pt x="1392" y="1124"/>
                  <a:pt x="1392" y="1160"/>
                </a:cubicBezTo>
                <a:cubicBezTo>
                  <a:pt x="1392" y="1196"/>
                  <a:pt x="1362" y="1226"/>
                  <a:pt x="1326" y="1226"/>
                </a:cubicBezTo>
                <a:cubicBezTo>
                  <a:pt x="1290" y="1226"/>
                  <a:pt x="1260" y="1196"/>
                  <a:pt x="1260" y="1160"/>
                </a:cubicBezTo>
                <a:close/>
              </a:path>
            </a:pathLst>
          </a:custGeom>
          <a:gradFill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MiSans Light" panose="00000400000000000000" pitchFamily="2" charset="-122"/>
            </a:endParaRPr>
          </a:p>
        </p:txBody>
      </p:sp>
      <p:sp>
        <p:nvSpPr>
          <p:cNvPr id="135" name="任意多边形 134"/>
          <p:cNvSpPr/>
          <p:nvPr userDrawn="1">
            <p:custDataLst>
              <p:tags r:id="rId6"/>
            </p:custDataLst>
          </p:nvPr>
        </p:nvSpPr>
        <p:spPr>
          <a:xfrm flipV="1">
            <a:off x="168910" y="5815965"/>
            <a:ext cx="883920" cy="778510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">
                <a:pos x="hc" y="t"/>
              </a:cxn>
              <a:cxn ang="3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">
                <a:pos x="ir" y="it"/>
              </a:cxn>
            </a:cxnLst>
            <a:rect l="l" t="t" r="r" b="b"/>
            <a:pathLst>
              <a:path w="1392" h="1226">
                <a:moveTo>
                  <a:pt x="0" y="66"/>
                </a:moveTo>
                <a:cubicBezTo>
                  <a:pt x="0" y="30"/>
                  <a:pt x="30" y="0"/>
                  <a:pt x="66" y="0"/>
                </a:cubicBezTo>
                <a:cubicBezTo>
                  <a:pt x="102" y="0"/>
                  <a:pt x="132" y="30"/>
                  <a:pt x="132" y="66"/>
                </a:cubicBezTo>
                <a:cubicBezTo>
                  <a:pt x="132" y="102"/>
                  <a:pt x="102" y="132"/>
                  <a:pt x="66" y="132"/>
                </a:cubicBezTo>
                <a:cubicBezTo>
                  <a:pt x="30" y="132"/>
                  <a:pt x="0" y="102"/>
                  <a:pt x="0" y="66"/>
                </a:cubicBezTo>
                <a:close/>
                <a:moveTo>
                  <a:pt x="0" y="430"/>
                </a:moveTo>
                <a:cubicBezTo>
                  <a:pt x="0" y="394"/>
                  <a:pt x="30" y="364"/>
                  <a:pt x="66" y="364"/>
                </a:cubicBezTo>
                <a:cubicBezTo>
                  <a:pt x="102" y="364"/>
                  <a:pt x="132" y="394"/>
                  <a:pt x="132" y="430"/>
                </a:cubicBezTo>
                <a:cubicBezTo>
                  <a:pt x="132" y="466"/>
                  <a:pt x="102" y="496"/>
                  <a:pt x="66" y="496"/>
                </a:cubicBezTo>
                <a:cubicBezTo>
                  <a:pt x="30" y="496"/>
                  <a:pt x="0" y="466"/>
                  <a:pt x="0" y="430"/>
                </a:cubicBezTo>
                <a:close/>
                <a:moveTo>
                  <a:pt x="0" y="795"/>
                </a:moveTo>
                <a:cubicBezTo>
                  <a:pt x="0" y="759"/>
                  <a:pt x="30" y="729"/>
                  <a:pt x="66" y="729"/>
                </a:cubicBezTo>
                <a:cubicBezTo>
                  <a:pt x="102" y="729"/>
                  <a:pt x="132" y="759"/>
                  <a:pt x="132" y="795"/>
                </a:cubicBezTo>
                <a:cubicBezTo>
                  <a:pt x="132" y="831"/>
                  <a:pt x="102" y="861"/>
                  <a:pt x="66" y="861"/>
                </a:cubicBezTo>
                <a:cubicBezTo>
                  <a:pt x="30" y="861"/>
                  <a:pt x="0" y="831"/>
                  <a:pt x="0" y="795"/>
                </a:cubicBezTo>
                <a:close/>
                <a:moveTo>
                  <a:pt x="0" y="1160"/>
                </a:moveTo>
                <a:cubicBezTo>
                  <a:pt x="0" y="1124"/>
                  <a:pt x="30" y="1094"/>
                  <a:pt x="66" y="1094"/>
                </a:cubicBezTo>
                <a:cubicBezTo>
                  <a:pt x="102" y="1094"/>
                  <a:pt x="132" y="1124"/>
                  <a:pt x="132" y="1160"/>
                </a:cubicBezTo>
                <a:cubicBezTo>
                  <a:pt x="132" y="1196"/>
                  <a:pt x="102" y="1226"/>
                  <a:pt x="66" y="1226"/>
                </a:cubicBezTo>
                <a:cubicBezTo>
                  <a:pt x="30" y="1226"/>
                  <a:pt x="0" y="1196"/>
                  <a:pt x="0" y="1160"/>
                </a:cubicBezTo>
                <a:close/>
                <a:moveTo>
                  <a:pt x="420" y="66"/>
                </a:moveTo>
                <a:cubicBezTo>
                  <a:pt x="420" y="30"/>
                  <a:pt x="450" y="0"/>
                  <a:pt x="486" y="0"/>
                </a:cubicBezTo>
                <a:cubicBezTo>
                  <a:pt x="522" y="0"/>
                  <a:pt x="552" y="30"/>
                  <a:pt x="552" y="66"/>
                </a:cubicBezTo>
                <a:cubicBezTo>
                  <a:pt x="552" y="102"/>
                  <a:pt x="522" y="132"/>
                  <a:pt x="486" y="132"/>
                </a:cubicBezTo>
                <a:cubicBezTo>
                  <a:pt x="450" y="132"/>
                  <a:pt x="420" y="102"/>
                  <a:pt x="420" y="66"/>
                </a:cubicBezTo>
                <a:close/>
                <a:moveTo>
                  <a:pt x="420" y="430"/>
                </a:moveTo>
                <a:cubicBezTo>
                  <a:pt x="420" y="394"/>
                  <a:pt x="450" y="364"/>
                  <a:pt x="486" y="364"/>
                </a:cubicBezTo>
                <a:cubicBezTo>
                  <a:pt x="522" y="364"/>
                  <a:pt x="552" y="394"/>
                  <a:pt x="552" y="430"/>
                </a:cubicBezTo>
                <a:cubicBezTo>
                  <a:pt x="552" y="466"/>
                  <a:pt x="522" y="496"/>
                  <a:pt x="486" y="496"/>
                </a:cubicBezTo>
                <a:cubicBezTo>
                  <a:pt x="450" y="496"/>
                  <a:pt x="420" y="466"/>
                  <a:pt x="420" y="430"/>
                </a:cubicBezTo>
                <a:close/>
                <a:moveTo>
                  <a:pt x="420" y="795"/>
                </a:moveTo>
                <a:cubicBezTo>
                  <a:pt x="420" y="759"/>
                  <a:pt x="450" y="729"/>
                  <a:pt x="486" y="729"/>
                </a:cubicBezTo>
                <a:cubicBezTo>
                  <a:pt x="522" y="729"/>
                  <a:pt x="552" y="759"/>
                  <a:pt x="552" y="795"/>
                </a:cubicBezTo>
                <a:cubicBezTo>
                  <a:pt x="552" y="831"/>
                  <a:pt x="522" y="861"/>
                  <a:pt x="486" y="861"/>
                </a:cubicBezTo>
                <a:cubicBezTo>
                  <a:pt x="450" y="861"/>
                  <a:pt x="420" y="831"/>
                  <a:pt x="420" y="795"/>
                </a:cubicBezTo>
                <a:close/>
                <a:moveTo>
                  <a:pt x="420" y="1160"/>
                </a:moveTo>
                <a:cubicBezTo>
                  <a:pt x="420" y="1124"/>
                  <a:pt x="450" y="1094"/>
                  <a:pt x="486" y="1094"/>
                </a:cubicBezTo>
                <a:cubicBezTo>
                  <a:pt x="522" y="1094"/>
                  <a:pt x="552" y="1124"/>
                  <a:pt x="552" y="1160"/>
                </a:cubicBezTo>
                <a:cubicBezTo>
                  <a:pt x="552" y="1196"/>
                  <a:pt x="522" y="1226"/>
                  <a:pt x="486" y="1226"/>
                </a:cubicBezTo>
                <a:cubicBezTo>
                  <a:pt x="450" y="1226"/>
                  <a:pt x="420" y="1196"/>
                  <a:pt x="420" y="1160"/>
                </a:cubicBezTo>
                <a:close/>
                <a:moveTo>
                  <a:pt x="840" y="66"/>
                </a:moveTo>
                <a:cubicBezTo>
                  <a:pt x="840" y="30"/>
                  <a:pt x="870" y="0"/>
                  <a:pt x="906" y="0"/>
                </a:cubicBezTo>
                <a:cubicBezTo>
                  <a:pt x="942" y="0"/>
                  <a:pt x="972" y="30"/>
                  <a:pt x="972" y="66"/>
                </a:cubicBezTo>
                <a:cubicBezTo>
                  <a:pt x="972" y="102"/>
                  <a:pt x="942" y="132"/>
                  <a:pt x="906" y="132"/>
                </a:cubicBezTo>
                <a:cubicBezTo>
                  <a:pt x="870" y="132"/>
                  <a:pt x="840" y="102"/>
                  <a:pt x="840" y="66"/>
                </a:cubicBezTo>
                <a:close/>
                <a:moveTo>
                  <a:pt x="840" y="430"/>
                </a:moveTo>
                <a:cubicBezTo>
                  <a:pt x="840" y="394"/>
                  <a:pt x="870" y="364"/>
                  <a:pt x="906" y="364"/>
                </a:cubicBezTo>
                <a:cubicBezTo>
                  <a:pt x="942" y="364"/>
                  <a:pt x="972" y="394"/>
                  <a:pt x="972" y="430"/>
                </a:cubicBezTo>
                <a:cubicBezTo>
                  <a:pt x="972" y="466"/>
                  <a:pt x="942" y="496"/>
                  <a:pt x="906" y="496"/>
                </a:cubicBezTo>
                <a:cubicBezTo>
                  <a:pt x="870" y="496"/>
                  <a:pt x="840" y="466"/>
                  <a:pt x="840" y="430"/>
                </a:cubicBezTo>
                <a:close/>
                <a:moveTo>
                  <a:pt x="840" y="795"/>
                </a:moveTo>
                <a:cubicBezTo>
                  <a:pt x="840" y="759"/>
                  <a:pt x="870" y="729"/>
                  <a:pt x="906" y="729"/>
                </a:cubicBezTo>
                <a:cubicBezTo>
                  <a:pt x="942" y="729"/>
                  <a:pt x="972" y="759"/>
                  <a:pt x="972" y="795"/>
                </a:cubicBezTo>
                <a:cubicBezTo>
                  <a:pt x="972" y="831"/>
                  <a:pt x="942" y="861"/>
                  <a:pt x="906" y="861"/>
                </a:cubicBezTo>
                <a:cubicBezTo>
                  <a:pt x="870" y="861"/>
                  <a:pt x="840" y="831"/>
                  <a:pt x="840" y="795"/>
                </a:cubicBezTo>
                <a:close/>
                <a:moveTo>
                  <a:pt x="840" y="1160"/>
                </a:moveTo>
                <a:cubicBezTo>
                  <a:pt x="840" y="1124"/>
                  <a:pt x="870" y="1094"/>
                  <a:pt x="906" y="1094"/>
                </a:cubicBezTo>
                <a:cubicBezTo>
                  <a:pt x="942" y="1094"/>
                  <a:pt x="972" y="1124"/>
                  <a:pt x="972" y="1160"/>
                </a:cubicBezTo>
                <a:cubicBezTo>
                  <a:pt x="972" y="1196"/>
                  <a:pt x="942" y="1226"/>
                  <a:pt x="906" y="1226"/>
                </a:cubicBezTo>
                <a:cubicBezTo>
                  <a:pt x="870" y="1226"/>
                  <a:pt x="840" y="1196"/>
                  <a:pt x="840" y="1160"/>
                </a:cubicBezTo>
                <a:close/>
                <a:moveTo>
                  <a:pt x="1260" y="66"/>
                </a:moveTo>
                <a:cubicBezTo>
                  <a:pt x="1260" y="30"/>
                  <a:pt x="1290" y="0"/>
                  <a:pt x="1326" y="0"/>
                </a:cubicBezTo>
                <a:cubicBezTo>
                  <a:pt x="1362" y="0"/>
                  <a:pt x="1392" y="30"/>
                  <a:pt x="1392" y="66"/>
                </a:cubicBezTo>
                <a:cubicBezTo>
                  <a:pt x="1392" y="102"/>
                  <a:pt x="1362" y="132"/>
                  <a:pt x="1326" y="132"/>
                </a:cubicBezTo>
                <a:cubicBezTo>
                  <a:pt x="1290" y="132"/>
                  <a:pt x="1260" y="102"/>
                  <a:pt x="1260" y="66"/>
                </a:cubicBezTo>
                <a:close/>
                <a:moveTo>
                  <a:pt x="1260" y="430"/>
                </a:moveTo>
                <a:cubicBezTo>
                  <a:pt x="1260" y="394"/>
                  <a:pt x="1290" y="364"/>
                  <a:pt x="1326" y="364"/>
                </a:cubicBezTo>
                <a:cubicBezTo>
                  <a:pt x="1362" y="364"/>
                  <a:pt x="1392" y="394"/>
                  <a:pt x="1392" y="430"/>
                </a:cubicBezTo>
                <a:cubicBezTo>
                  <a:pt x="1392" y="466"/>
                  <a:pt x="1362" y="496"/>
                  <a:pt x="1326" y="496"/>
                </a:cubicBezTo>
                <a:cubicBezTo>
                  <a:pt x="1290" y="496"/>
                  <a:pt x="1260" y="466"/>
                  <a:pt x="1260" y="430"/>
                </a:cubicBezTo>
                <a:close/>
                <a:moveTo>
                  <a:pt x="1260" y="795"/>
                </a:moveTo>
                <a:cubicBezTo>
                  <a:pt x="1260" y="759"/>
                  <a:pt x="1290" y="729"/>
                  <a:pt x="1326" y="729"/>
                </a:cubicBezTo>
                <a:cubicBezTo>
                  <a:pt x="1362" y="729"/>
                  <a:pt x="1392" y="759"/>
                  <a:pt x="1392" y="795"/>
                </a:cubicBezTo>
                <a:cubicBezTo>
                  <a:pt x="1392" y="831"/>
                  <a:pt x="1362" y="861"/>
                  <a:pt x="1326" y="861"/>
                </a:cubicBezTo>
                <a:cubicBezTo>
                  <a:pt x="1290" y="861"/>
                  <a:pt x="1260" y="831"/>
                  <a:pt x="1260" y="795"/>
                </a:cubicBezTo>
                <a:close/>
                <a:moveTo>
                  <a:pt x="1260" y="1160"/>
                </a:moveTo>
                <a:cubicBezTo>
                  <a:pt x="1260" y="1124"/>
                  <a:pt x="1290" y="1094"/>
                  <a:pt x="1326" y="1094"/>
                </a:cubicBezTo>
                <a:cubicBezTo>
                  <a:pt x="1362" y="1094"/>
                  <a:pt x="1392" y="1124"/>
                  <a:pt x="1392" y="1160"/>
                </a:cubicBezTo>
                <a:cubicBezTo>
                  <a:pt x="1392" y="1196"/>
                  <a:pt x="1362" y="1226"/>
                  <a:pt x="1326" y="1226"/>
                </a:cubicBezTo>
                <a:cubicBezTo>
                  <a:pt x="1290" y="1226"/>
                  <a:pt x="1260" y="1196"/>
                  <a:pt x="1260" y="1160"/>
                </a:cubicBezTo>
                <a:close/>
              </a:path>
            </a:pathLst>
          </a:custGeom>
          <a:gradFill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MiSans Light" panose="00000400000000000000" pitchFamily="2" charset="-122"/>
            </a:endParaRPr>
          </a:p>
        </p:txBody>
      </p:sp>
      <p:sp>
        <p:nvSpPr>
          <p:cNvPr id="5" name="标题 1"/>
          <p:cNvSpPr>
            <a:spLocks noGrp="1"/>
          </p:cNvSpPr>
          <p:nvPr>
            <p:ph type="title" hasCustomPrompt="1"/>
            <p:custDataLst>
              <p:tags r:id="rId7"/>
            </p:custDataLst>
          </p:nvPr>
        </p:nvSpPr>
        <p:spPr>
          <a:xfrm>
            <a:off x="1052830" y="2374265"/>
            <a:ext cx="1978025" cy="1101090"/>
          </a:xfrm>
        </p:spPr>
        <p:txBody>
          <a:bodyPr wrap="square" anchor="b">
            <a:noAutofit/>
          </a:bodyPr>
          <a:lstStyle>
            <a:lvl1pPr algn="ctr">
              <a:defRPr kumimoji="0" lang="zh-CN" altLang="en-US" sz="6000" b="1" i="0" u="none" strike="noStrike" kern="1200" cap="none" spc="0" normalizeH="0" baseline="0" noProof="1" dirty="0">
                <a:ln>
                  <a:noFill/>
                </a:ln>
                <a:solidFill>
                  <a:srgbClr val="FFFFFF"/>
                </a:solidFill>
                <a:latin typeface="+mj-lt"/>
                <a:ea typeface="+mj-ea"/>
                <a:cs typeface="MiSans Bold" panose="00000800000000000000" pitchFamily="2" charset="-122"/>
              </a:defRPr>
            </a:lvl1pPr>
          </a:lstStyle>
          <a:p>
            <a:r>
              <a:rPr lang="zh-CN" altLang="en-US" dirty="0"/>
              <a:t>标题</a:t>
            </a: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9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2025/11/9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1"/>
            </p:custDataLst>
          </p:nvPr>
        </p:nvSpPr>
        <p:spPr>
          <a:xfrm>
            <a:off x="695960" y="1301750"/>
            <a:ext cx="5323840" cy="487585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2"/>
            </p:custDataLst>
          </p:nvPr>
        </p:nvSpPr>
        <p:spPr>
          <a:xfrm>
            <a:off x="6172200" y="1301750"/>
            <a:ext cx="5323840" cy="487585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8" name="标题 1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"/>
            </p:custDataLst>
          </p:nvPr>
        </p:nvSpPr>
        <p:spPr>
          <a:xfrm>
            <a:off x="695960" y="1301750"/>
            <a:ext cx="5323840" cy="411303"/>
          </a:xfr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2"/>
            </p:custDataLst>
          </p:nvPr>
        </p:nvSpPr>
        <p:spPr>
          <a:xfrm>
            <a:off x="695960" y="1875099"/>
            <a:ext cx="5323840" cy="430027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  <p:custDataLst>
              <p:tags r:id="rId3"/>
            </p:custDataLst>
          </p:nvPr>
        </p:nvSpPr>
        <p:spPr>
          <a:xfrm>
            <a:off x="6172200" y="1301750"/>
            <a:ext cx="5323840" cy="411303"/>
          </a:xfr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4"/>
            </p:custDataLst>
          </p:nvPr>
        </p:nvSpPr>
        <p:spPr>
          <a:xfrm>
            <a:off x="6172200" y="1875099"/>
            <a:ext cx="5323840" cy="430027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0" name="标题 1"/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标题 1"/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  <p:custDataLst>
              <p:tags r:id="rId1"/>
            </p:custDataLst>
          </p:nvPr>
        </p:nvSpPr>
        <p:spPr>
          <a:xfrm>
            <a:off x="695960" y="360045"/>
            <a:ext cx="10801985" cy="581787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idx="13" hasCustomPrompt="1"/>
            <p:custDataLst>
              <p:tags r:id="rId4"/>
            </p:custDataLst>
          </p:nvPr>
        </p:nvSpPr>
        <p:spPr>
          <a:xfrm>
            <a:off x="695960" y="1301750"/>
            <a:ext cx="10799088" cy="405553"/>
          </a:xfrm>
        </p:spPr>
        <p:txBody>
          <a:bodyPr/>
          <a:lstStyle>
            <a:lvl5pPr>
              <a:buNone/>
              <a:defRPr/>
            </a:lvl5pPr>
          </a:lstStyle>
          <a:p>
            <a:pPr lvl="0"/>
            <a:r>
              <a:rPr lang="zh-CN" altLang="en-US"/>
              <a:t>单击此处编辑副标题</a:t>
            </a:r>
          </a:p>
        </p:txBody>
      </p:sp>
      <p:sp>
        <p:nvSpPr>
          <p:cNvPr id="7" name="标题 1"/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封面页_1_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任意多边形: 形状 59"/>
          <p:cNvSpPr/>
          <p:nvPr userDrawn="1">
            <p:custDataLst>
              <p:tags r:id="rId1"/>
            </p:custDataLst>
          </p:nvPr>
        </p:nvSpPr>
        <p:spPr>
          <a:xfrm>
            <a:off x="7687945" y="4854575"/>
            <a:ext cx="4502785" cy="2003425"/>
          </a:xfrm>
          <a:custGeom>
            <a:avLst/>
            <a:gdLst>
              <a:gd name="connsiteX0" fmla="*/ 3422801 w 5407679"/>
              <a:gd name="connsiteY0" fmla="*/ 0 h 2406016"/>
              <a:gd name="connsiteX1" fmla="*/ 5236006 w 5407679"/>
              <a:gd name="connsiteY1" fmla="*/ 482624 h 2406016"/>
              <a:gd name="connsiteX2" fmla="*/ 5407679 w 5407679"/>
              <a:gd name="connsiteY2" fmla="*/ 589781 h 2406016"/>
              <a:gd name="connsiteX3" fmla="*/ 5407679 w 5407679"/>
              <a:gd name="connsiteY3" fmla="*/ 2406016 h 2406016"/>
              <a:gd name="connsiteX4" fmla="*/ 0 w 5407679"/>
              <a:gd name="connsiteY4" fmla="*/ 2406016 h 2406016"/>
              <a:gd name="connsiteX5" fmla="*/ 66315 w 5407679"/>
              <a:gd name="connsiteY5" fmla="*/ 2224829 h 2406016"/>
              <a:gd name="connsiteX6" fmla="*/ 3422801 w 5407679"/>
              <a:gd name="connsiteY6" fmla="*/ 0 h 24060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07679" h="2406016">
                <a:moveTo>
                  <a:pt x="3422801" y="0"/>
                </a:moveTo>
                <a:cubicBezTo>
                  <a:pt x="4082935" y="0"/>
                  <a:pt x="4702056" y="175595"/>
                  <a:pt x="5236006" y="482624"/>
                </a:cubicBezTo>
                <a:lnTo>
                  <a:pt x="5407679" y="589781"/>
                </a:lnTo>
                <a:lnTo>
                  <a:pt x="5407679" y="2406016"/>
                </a:lnTo>
                <a:lnTo>
                  <a:pt x="0" y="2406016"/>
                </a:lnTo>
                <a:lnTo>
                  <a:pt x="66315" y="2224829"/>
                </a:lnTo>
                <a:cubicBezTo>
                  <a:pt x="619315" y="917391"/>
                  <a:pt x="1913924" y="0"/>
                  <a:pt x="3422801" y="0"/>
                </a:cubicBezTo>
                <a:close/>
              </a:path>
            </a:pathLst>
          </a:custGeom>
          <a:solidFill>
            <a:schemeClr val="accent4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accent4"/>
              </a:solidFill>
              <a:cs typeface="MiSans Bold" panose="00000800000000000000" pitchFamily="2" charset="-122"/>
            </a:endParaRPr>
          </a:p>
        </p:txBody>
      </p:sp>
      <p:pic>
        <p:nvPicPr>
          <p:cNvPr id="20" name="图片 19" descr="城市的高楼大厦&#10;&#10;描述已自动生成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28" cstate="print">
            <a:extLst>
              <a:ext uri="{BEBA8EAE-BF5A-486C-A8C5-ECC9F3942E4B}">
                <a14:imgProps xmlns:a14="http://schemas.microsoft.com/office/drawing/2010/main">
                  <a14:imgLayer r:embed="rId29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9393" b="4831"/>
          <a:stretch>
            <a:fillRect/>
          </a:stretch>
        </p:blipFill>
        <p:spPr>
          <a:xfrm>
            <a:off x="-49" y="0"/>
            <a:ext cx="12192098" cy="6159090"/>
          </a:xfrm>
          <a:prstGeom prst="rect">
            <a:avLst/>
          </a:prstGeom>
        </p:spPr>
      </p:pic>
      <p:sp>
        <p:nvSpPr>
          <p:cNvPr id="21" name="矩形 20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2192000" cy="6158865"/>
          </a:xfrm>
          <a:prstGeom prst="rect">
            <a:avLst/>
          </a:prstGeom>
          <a:gradFill>
            <a:gsLst>
              <a:gs pos="0">
                <a:schemeClr val="accent1">
                  <a:alpha val="90000"/>
                </a:schemeClr>
              </a:gs>
              <a:gs pos="100000">
                <a:schemeClr val="accent1">
                  <a:alpha val="6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19" name="矩形 18"/>
          <p:cNvSpPr/>
          <p:nvPr userDrawn="1">
            <p:custDataLst>
              <p:tags r:id="rId4"/>
            </p:custDataLst>
          </p:nvPr>
        </p:nvSpPr>
        <p:spPr>
          <a:xfrm>
            <a:off x="-49" y="6088077"/>
            <a:ext cx="12192098" cy="1520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/>
              </a:solidFill>
              <a:cs typeface="MiSans Bold" panose="00000800000000000000" pitchFamily="2" charset="-122"/>
            </a:endParaRPr>
          </a:p>
        </p:txBody>
      </p:sp>
      <p:sp>
        <p:nvSpPr>
          <p:cNvPr id="37" name="椭圆 36"/>
          <p:cNvSpPr/>
          <p:nvPr userDrawn="1">
            <p:custDataLst>
              <p:tags r:id="rId5"/>
            </p:custDataLst>
          </p:nvPr>
        </p:nvSpPr>
        <p:spPr>
          <a:xfrm>
            <a:off x="10460355" y="3578225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42" name="椭圆 41"/>
          <p:cNvSpPr/>
          <p:nvPr userDrawn="1">
            <p:custDataLst>
              <p:tags r:id="rId6"/>
            </p:custDataLst>
          </p:nvPr>
        </p:nvSpPr>
        <p:spPr>
          <a:xfrm>
            <a:off x="10460355" y="3810000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46" name="椭圆 45"/>
          <p:cNvSpPr/>
          <p:nvPr userDrawn="1">
            <p:custDataLst>
              <p:tags r:id="rId7"/>
            </p:custDataLst>
          </p:nvPr>
        </p:nvSpPr>
        <p:spPr>
          <a:xfrm>
            <a:off x="10460355" y="4041775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50" name="椭圆 49"/>
          <p:cNvSpPr/>
          <p:nvPr userDrawn="1">
            <p:custDataLst>
              <p:tags r:id="rId8"/>
            </p:custDataLst>
          </p:nvPr>
        </p:nvSpPr>
        <p:spPr>
          <a:xfrm>
            <a:off x="10460355" y="4273550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38" name="椭圆 37"/>
          <p:cNvSpPr/>
          <p:nvPr userDrawn="1">
            <p:custDataLst>
              <p:tags r:id="rId9"/>
            </p:custDataLst>
          </p:nvPr>
        </p:nvSpPr>
        <p:spPr>
          <a:xfrm>
            <a:off x="10727055" y="3578225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43" name="椭圆 42"/>
          <p:cNvSpPr/>
          <p:nvPr userDrawn="1">
            <p:custDataLst>
              <p:tags r:id="rId10"/>
            </p:custDataLst>
          </p:nvPr>
        </p:nvSpPr>
        <p:spPr>
          <a:xfrm>
            <a:off x="10727055" y="3810000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47" name="椭圆 46"/>
          <p:cNvSpPr/>
          <p:nvPr userDrawn="1">
            <p:custDataLst>
              <p:tags r:id="rId11"/>
            </p:custDataLst>
          </p:nvPr>
        </p:nvSpPr>
        <p:spPr>
          <a:xfrm>
            <a:off x="10727055" y="4041775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51" name="椭圆 50"/>
          <p:cNvSpPr/>
          <p:nvPr userDrawn="1">
            <p:custDataLst>
              <p:tags r:id="rId12"/>
            </p:custDataLst>
          </p:nvPr>
        </p:nvSpPr>
        <p:spPr>
          <a:xfrm>
            <a:off x="10727055" y="4273550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39" name="椭圆 38"/>
          <p:cNvSpPr/>
          <p:nvPr userDrawn="1">
            <p:custDataLst>
              <p:tags r:id="rId13"/>
            </p:custDataLst>
          </p:nvPr>
        </p:nvSpPr>
        <p:spPr>
          <a:xfrm>
            <a:off x="10993755" y="3578225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44" name="椭圆 43"/>
          <p:cNvSpPr/>
          <p:nvPr userDrawn="1">
            <p:custDataLst>
              <p:tags r:id="rId14"/>
            </p:custDataLst>
          </p:nvPr>
        </p:nvSpPr>
        <p:spPr>
          <a:xfrm>
            <a:off x="10993755" y="3810000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48" name="椭圆 47"/>
          <p:cNvSpPr/>
          <p:nvPr userDrawn="1">
            <p:custDataLst>
              <p:tags r:id="rId15"/>
            </p:custDataLst>
          </p:nvPr>
        </p:nvSpPr>
        <p:spPr>
          <a:xfrm>
            <a:off x="10993755" y="4041775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52" name="椭圆 51"/>
          <p:cNvSpPr/>
          <p:nvPr userDrawn="1">
            <p:custDataLst>
              <p:tags r:id="rId16"/>
            </p:custDataLst>
          </p:nvPr>
        </p:nvSpPr>
        <p:spPr>
          <a:xfrm>
            <a:off x="10993755" y="4273550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87" name="椭圆 86"/>
          <p:cNvSpPr/>
          <p:nvPr userDrawn="1">
            <p:custDataLst>
              <p:tags r:id="rId17"/>
            </p:custDataLst>
          </p:nvPr>
        </p:nvSpPr>
        <p:spPr>
          <a:xfrm>
            <a:off x="11260455" y="3578225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cs typeface="MiSans Bold" panose="00000800000000000000" pitchFamily="2" charset="-122"/>
            </a:endParaRPr>
          </a:p>
        </p:txBody>
      </p:sp>
      <p:sp>
        <p:nvSpPr>
          <p:cNvPr id="88" name="椭圆 87"/>
          <p:cNvSpPr/>
          <p:nvPr userDrawn="1">
            <p:custDataLst>
              <p:tags r:id="rId18"/>
            </p:custDataLst>
          </p:nvPr>
        </p:nvSpPr>
        <p:spPr>
          <a:xfrm>
            <a:off x="11260455" y="3810000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89" name="椭圆 88"/>
          <p:cNvSpPr/>
          <p:nvPr userDrawn="1">
            <p:custDataLst>
              <p:tags r:id="rId19"/>
            </p:custDataLst>
          </p:nvPr>
        </p:nvSpPr>
        <p:spPr>
          <a:xfrm>
            <a:off x="11260455" y="4041775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90" name="椭圆 89"/>
          <p:cNvSpPr/>
          <p:nvPr userDrawn="1">
            <p:custDataLst>
              <p:tags r:id="rId20"/>
            </p:custDataLst>
          </p:nvPr>
        </p:nvSpPr>
        <p:spPr>
          <a:xfrm>
            <a:off x="11260455" y="4273550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7" name="日期"/>
          <p:cNvSpPr>
            <a:spLocks noGrp="1"/>
          </p:cNvSpPr>
          <p:nvPr>
            <p:ph type="body" idx="16386" hasCustomPrompt="1"/>
            <p:custDataLst>
              <p:tags r:id="rId21"/>
            </p:custDataLst>
          </p:nvPr>
        </p:nvSpPr>
        <p:spPr>
          <a:xfrm>
            <a:off x="1016000" y="1309370"/>
            <a:ext cx="6097058" cy="457200"/>
          </a:xfrm>
        </p:spPr>
        <p:txBody>
          <a:bodyPr vert="horz" wrap="square" lIns="0" tIns="0" rIns="0" bIns="0" anchor="t" anchorCtr="0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2400" spc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20XX YEAR</a:t>
            </a:r>
          </a:p>
        </p:txBody>
      </p:sp>
      <p:grpSp>
        <p:nvGrpSpPr>
          <p:cNvPr id="2" name="组合 1"/>
          <p:cNvGrpSpPr/>
          <p:nvPr userDrawn="1"/>
        </p:nvGrpSpPr>
        <p:grpSpPr>
          <a:xfrm>
            <a:off x="11078210" y="581660"/>
            <a:ext cx="622935" cy="91440"/>
            <a:chOff x="17169" y="614"/>
            <a:chExt cx="981" cy="144"/>
          </a:xfrm>
        </p:grpSpPr>
        <p:sp>
          <p:nvSpPr>
            <p:cNvPr id="9" name="椭圆 5"/>
            <p:cNvSpPr/>
            <p:nvPr userDrawn="1">
              <p:custDataLst>
                <p:tags r:id="rId24"/>
              </p:custDataLst>
            </p:nvPr>
          </p:nvSpPr>
          <p:spPr>
            <a:xfrm>
              <a:off x="17169" y="614"/>
              <a:ext cx="144" cy="14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MiSans Bold" panose="00000800000000000000" pitchFamily="2" charset="-122"/>
              </a:endParaRPr>
            </a:p>
          </p:txBody>
        </p:sp>
        <p:sp>
          <p:nvSpPr>
            <p:cNvPr id="13" name="椭圆 12"/>
            <p:cNvSpPr/>
            <p:nvPr userDrawn="1">
              <p:custDataLst>
                <p:tags r:id="rId25"/>
              </p:custDataLst>
            </p:nvPr>
          </p:nvSpPr>
          <p:spPr>
            <a:xfrm>
              <a:off x="17588" y="614"/>
              <a:ext cx="144" cy="144"/>
            </a:xfrm>
            <a:prstGeom prst="ellipse">
              <a:avLst/>
            </a:prstGeom>
            <a:solidFill>
              <a:schemeClr val="accent2">
                <a:alpha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MiSans Bold" panose="00000800000000000000" pitchFamily="2" charset="-122"/>
              </a:endParaRPr>
            </a:p>
          </p:txBody>
        </p:sp>
        <p:sp>
          <p:nvSpPr>
            <p:cNvPr id="14" name="椭圆 13"/>
            <p:cNvSpPr/>
            <p:nvPr userDrawn="1">
              <p:custDataLst>
                <p:tags r:id="rId26"/>
              </p:custDataLst>
            </p:nvPr>
          </p:nvSpPr>
          <p:spPr>
            <a:xfrm>
              <a:off x="18006" y="614"/>
              <a:ext cx="144" cy="14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MiSans Bold" panose="00000800000000000000" pitchFamily="2" charset="-122"/>
              </a:endParaRPr>
            </a:p>
          </p:txBody>
        </p:sp>
      </p:grpSp>
      <p:sp>
        <p:nvSpPr>
          <p:cNvPr id="6" name="标题 1"/>
          <p:cNvSpPr>
            <a:spLocks noGrp="1"/>
          </p:cNvSpPr>
          <p:nvPr>
            <p:ph type="ctrTitle" idx="16385" hasCustomPrompt="1"/>
            <p:custDataLst>
              <p:tags r:id="rId22"/>
            </p:custDataLst>
          </p:nvPr>
        </p:nvSpPr>
        <p:spPr>
          <a:xfrm>
            <a:off x="1016000" y="1817370"/>
            <a:ext cx="6352646" cy="2540000"/>
          </a:xfrm>
        </p:spPr>
        <p:txBody>
          <a:bodyPr vert="horz" wrap="square" lIns="0" tIns="0" rIns="0" bIns="0" anchor="t" anchorCtr="0">
            <a:normAutofit/>
          </a:bodyPr>
          <a:lstStyle>
            <a:lvl1pPr marL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6000" spc="0">
                <a:solidFill>
                  <a:srgbClr val="FFFFFF"/>
                </a:solidFill>
              </a:defRPr>
            </a:lvl1pPr>
          </a:lstStyle>
          <a:p>
            <a:r>
              <a:rPr lang="zh-CN" altLang="en-US" dirty="0"/>
              <a:t>单击此处
添加文档标题</a:t>
            </a:r>
          </a:p>
        </p:txBody>
      </p:sp>
      <p:sp>
        <p:nvSpPr>
          <p:cNvPr id="8" name="署名占位符 10"/>
          <p:cNvSpPr>
            <a:spLocks noGrp="1"/>
          </p:cNvSpPr>
          <p:nvPr>
            <p:ph type="body" sz="quarter" idx="16387" hasCustomPrompt="1"/>
            <p:custDataLst>
              <p:tags r:id="rId23"/>
            </p:custDataLst>
          </p:nvPr>
        </p:nvSpPr>
        <p:spPr>
          <a:xfrm>
            <a:off x="1016000" y="4408170"/>
            <a:ext cx="2540882" cy="5334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rmAutofit/>
          </a:bodyPr>
          <a:lstStyle>
            <a:lvl1pPr marL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2000" b="0" spc="0">
                <a:solidFill>
                  <a:schemeClr val="accent2"/>
                </a:solidFill>
              </a:defRPr>
            </a:lvl1pPr>
          </a:lstStyle>
          <a:p>
            <a:pPr lvl="0"/>
            <a:r>
              <a:rPr lang="zh-CN" altLang="en-US" dirty="0"/>
              <a:t>BY WPS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章节页-1_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任意多边形: 形状 59"/>
          <p:cNvSpPr/>
          <p:nvPr userDrawn="1">
            <p:custDataLst>
              <p:tags r:id="rId1"/>
            </p:custDataLst>
          </p:nvPr>
        </p:nvSpPr>
        <p:spPr>
          <a:xfrm flipH="1">
            <a:off x="0" y="4894580"/>
            <a:ext cx="4095115" cy="1963420"/>
          </a:xfrm>
          <a:custGeom>
            <a:avLst/>
            <a:gdLst>
              <a:gd name="connsiteX0" fmla="*/ 3422801 w 5407679"/>
              <a:gd name="connsiteY0" fmla="*/ 0 h 2406016"/>
              <a:gd name="connsiteX1" fmla="*/ 5236006 w 5407679"/>
              <a:gd name="connsiteY1" fmla="*/ 482624 h 2406016"/>
              <a:gd name="connsiteX2" fmla="*/ 5407679 w 5407679"/>
              <a:gd name="connsiteY2" fmla="*/ 589781 h 2406016"/>
              <a:gd name="connsiteX3" fmla="*/ 5407679 w 5407679"/>
              <a:gd name="connsiteY3" fmla="*/ 2406016 h 2406016"/>
              <a:gd name="connsiteX4" fmla="*/ 0 w 5407679"/>
              <a:gd name="connsiteY4" fmla="*/ 2406016 h 2406016"/>
              <a:gd name="connsiteX5" fmla="*/ 66315 w 5407679"/>
              <a:gd name="connsiteY5" fmla="*/ 2224829 h 2406016"/>
              <a:gd name="connsiteX6" fmla="*/ 3422801 w 5407679"/>
              <a:gd name="connsiteY6" fmla="*/ 0 h 24060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07679" h="2406016">
                <a:moveTo>
                  <a:pt x="3422801" y="0"/>
                </a:moveTo>
                <a:cubicBezTo>
                  <a:pt x="4082935" y="0"/>
                  <a:pt x="4702056" y="175595"/>
                  <a:pt x="5236006" y="482624"/>
                </a:cubicBezTo>
                <a:lnTo>
                  <a:pt x="5407679" y="589781"/>
                </a:lnTo>
                <a:lnTo>
                  <a:pt x="5407679" y="2406016"/>
                </a:lnTo>
                <a:lnTo>
                  <a:pt x="0" y="2406016"/>
                </a:lnTo>
                <a:lnTo>
                  <a:pt x="66315" y="2224829"/>
                </a:lnTo>
                <a:cubicBezTo>
                  <a:pt x="619315" y="917391"/>
                  <a:pt x="1913924" y="0"/>
                  <a:pt x="3422801" y="0"/>
                </a:cubicBezTo>
                <a:close/>
              </a:path>
            </a:pathLst>
          </a:custGeom>
          <a:solidFill>
            <a:schemeClr val="accent4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accent4"/>
              </a:solidFill>
              <a:cs typeface="MiSans Bold" panose="00000800000000000000" pitchFamily="2" charset="-122"/>
            </a:endParaRPr>
          </a:p>
        </p:txBody>
      </p:sp>
      <p:pic>
        <p:nvPicPr>
          <p:cNvPr id="161" name="图片 160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14" cstate="print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saturation sat="3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844" r="6909" b="28992"/>
          <a:stretch>
            <a:fillRect/>
          </a:stretch>
        </p:blipFill>
        <p:spPr>
          <a:xfrm flipH="1">
            <a:off x="0" y="0"/>
            <a:ext cx="12192000" cy="6134100"/>
          </a:xfrm>
          <a:prstGeom prst="rect">
            <a:avLst/>
          </a:prstGeom>
        </p:spPr>
      </p:pic>
      <p:sp>
        <p:nvSpPr>
          <p:cNvPr id="2" name="矩形 1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2192000" cy="6133465"/>
          </a:xfrm>
          <a:prstGeom prst="rect">
            <a:avLst/>
          </a:prstGeom>
          <a:gradFill>
            <a:gsLst>
              <a:gs pos="0">
                <a:schemeClr val="accent1">
                  <a:alpha val="90000"/>
                </a:schemeClr>
              </a:gs>
              <a:gs pos="100000">
                <a:schemeClr val="accent1">
                  <a:alpha val="6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标题 1"/>
          <p:cNvSpPr>
            <a:spLocks noGrp="1"/>
          </p:cNvSpPr>
          <p:nvPr>
            <p:ph type="title" idx="17826049" hasCustomPrompt="1"/>
            <p:custDataLst>
              <p:tags r:id="rId7"/>
            </p:custDataLst>
          </p:nvPr>
        </p:nvSpPr>
        <p:spPr>
          <a:xfrm>
            <a:off x="4823883" y="3209925"/>
            <a:ext cx="6352117" cy="1524000"/>
          </a:xfrm>
        </p:spPr>
        <p:txBody>
          <a:bodyPr vert="horz" lIns="0" tIns="0" rIns="0" bIns="0" anchor="t" anchorCtr="0">
            <a:normAutofit/>
          </a:bodyPr>
          <a:lstStyle>
            <a:lvl1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4800" b="0" spc="0">
                <a:solidFill>
                  <a:schemeClr val="bg1"/>
                </a:solidFill>
              </a:defRPr>
            </a:lvl1pPr>
          </a:lstStyle>
          <a:p>
            <a:r>
              <a:rPr lang="zh-CN" altLang="en-US" dirty="0"/>
              <a:t>单击此处添加章节标题</a:t>
            </a:r>
          </a:p>
        </p:txBody>
      </p:sp>
      <p:sp>
        <p:nvSpPr>
          <p:cNvPr id="10" name="文本占位符 2"/>
          <p:cNvSpPr>
            <a:spLocks noGrp="1"/>
          </p:cNvSpPr>
          <p:nvPr>
            <p:ph type="body" idx="17826561" hasCustomPrompt="1"/>
            <p:custDataLst>
              <p:tags r:id="rId8"/>
            </p:custDataLst>
          </p:nvPr>
        </p:nvSpPr>
        <p:spPr>
          <a:xfrm>
            <a:off x="9648825" y="1584325"/>
            <a:ext cx="1527175" cy="1524000"/>
          </a:xfrm>
        </p:spPr>
        <p:txBody>
          <a:bodyPr vert="horz" lIns="0" tIns="0" rIns="0" bIns="0" anchor="ctr" anchorCtr="0">
            <a:normAutofit/>
          </a:bodyPr>
          <a:lstStyle>
            <a:lvl1pPr marL="0" indent="0" algn="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7200" b="1" spc="0">
                <a:solidFill>
                  <a:schemeClr val="accent2"/>
                </a:solidFill>
              </a:defRPr>
            </a:lvl1pPr>
          </a:lstStyle>
          <a:p>
            <a:pPr lvl="0"/>
            <a:r>
              <a:rPr lang="zh-CN" altLang="en-US"/>
              <a:t>01</a:t>
            </a:r>
          </a:p>
        </p:txBody>
      </p:sp>
      <p:sp>
        <p:nvSpPr>
          <p:cNvPr id="4" name="矩形 3"/>
          <p:cNvSpPr/>
          <p:nvPr userDrawn="1">
            <p:custDataLst>
              <p:tags r:id="rId9"/>
            </p:custDataLst>
          </p:nvPr>
        </p:nvSpPr>
        <p:spPr>
          <a:xfrm>
            <a:off x="-49" y="6088077"/>
            <a:ext cx="12192098" cy="1520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/>
              </a:solidFill>
              <a:cs typeface="MiSans Bold" panose="00000800000000000000" pitchFamily="2" charset="-122"/>
            </a:endParaRPr>
          </a:p>
        </p:txBody>
      </p:sp>
      <p:grpSp>
        <p:nvGrpSpPr>
          <p:cNvPr id="5" name="组合 4"/>
          <p:cNvGrpSpPr/>
          <p:nvPr userDrawn="1"/>
        </p:nvGrpSpPr>
        <p:grpSpPr>
          <a:xfrm>
            <a:off x="505460" y="581660"/>
            <a:ext cx="622935" cy="91440"/>
            <a:chOff x="17169" y="614"/>
            <a:chExt cx="981" cy="144"/>
          </a:xfrm>
        </p:grpSpPr>
        <p:sp>
          <p:nvSpPr>
            <p:cNvPr id="11" name="椭圆 5"/>
            <p:cNvSpPr/>
            <p:nvPr userDrawn="1">
              <p:custDataLst>
                <p:tags r:id="rId10"/>
              </p:custDataLst>
            </p:nvPr>
          </p:nvSpPr>
          <p:spPr>
            <a:xfrm>
              <a:off x="17169" y="614"/>
              <a:ext cx="144" cy="14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MiSans Bold" panose="00000800000000000000" pitchFamily="2" charset="-122"/>
              </a:endParaRPr>
            </a:p>
          </p:txBody>
        </p:sp>
        <p:sp>
          <p:nvSpPr>
            <p:cNvPr id="13" name="椭圆 12"/>
            <p:cNvSpPr/>
            <p:nvPr userDrawn="1">
              <p:custDataLst>
                <p:tags r:id="rId11"/>
              </p:custDataLst>
            </p:nvPr>
          </p:nvSpPr>
          <p:spPr>
            <a:xfrm>
              <a:off x="17588" y="614"/>
              <a:ext cx="144" cy="144"/>
            </a:xfrm>
            <a:prstGeom prst="ellipse">
              <a:avLst/>
            </a:prstGeom>
            <a:solidFill>
              <a:schemeClr val="accent2">
                <a:alpha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MiSans Bold" panose="00000800000000000000" pitchFamily="2" charset="-122"/>
              </a:endParaRPr>
            </a:p>
          </p:txBody>
        </p:sp>
        <p:sp>
          <p:nvSpPr>
            <p:cNvPr id="14" name="椭圆 13"/>
            <p:cNvSpPr/>
            <p:nvPr userDrawn="1">
              <p:custDataLst>
                <p:tags r:id="rId12"/>
              </p:custDataLst>
            </p:nvPr>
          </p:nvSpPr>
          <p:spPr>
            <a:xfrm>
              <a:off x="18006" y="614"/>
              <a:ext cx="144" cy="14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MiSans Bold" panose="00000800000000000000" pitchFamily="2" charset="-122"/>
              </a:endParaRPr>
            </a:p>
          </p:txBody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结束页-1_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: 形状 59"/>
          <p:cNvSpPr/>
          <p:nvPr userDrawn="1">
            <p:custDataLst>
              <p:tags r:id="rId1"/>
            </p:custDataLst>
          </p:nvPr>
        </p:nvSpPr>
        <p:spPr>
          <a:xfrm>
            <a:off x="7687945" y="4854575"/>
            <a:ext cx="4502785" cy="2003425"/>
          </a:xfrm>
          <a:custGeom>
            <a:avLst/>
            <a:gdLst>
              <a:gd name="connsiteX0" fmla="*/ 3422801 w 5407679"/>
              <a:gd name="connsiteY0" fmla="*/ 0 h 2406016"/>
              <a:gd name="connsiteX1" fmla="*/ 5236006 w 5407679"/>
              <a:gd name="connsiteY1" fmla="*/ 482624 h 2406016"/>
              <a:gd name="connsiteX2" fmla="*/ 5407679 w 5407679"/>
              <a:gd name="connsiteY2" fmla="*/ 589781 h 2406016"/>
              <a:gd name="connsiteX3" fmla="*/ 5407679 w 5407679"/>
              <a:gd name="connsiteY3" fmla="*/ 2406016 h 2406016"/>
              <a:gd name="connsiteX4" fmla="*/ 0 w 5407679"/>
              <a:gd name="connsiteY4" fmla="*/ 2406016 h 2406016"/>
              <a:gd name="connsiteX5" fmla="*/ 66315 w 5407679"/>
              <a:gd name="connsiteY5" fmla="*/ 2224829 h 2406016"/>
              <a:gd name="connsiteX6" fmla="*/ 3422801 w 5407679"/>
              <a:gd name="connsiteY6" fmla="*/ 0 h 24060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07679" h="2406016">
                <a:moveTo>
                  <a:pt x="3422801" y="0"/>
                </a:moveTo>
                <a:cubicBezTo>
                  <a:pt x="4082935" y="0"/>
                  <a:pt x="4702056" y="175595"/>
                  <a:pt x="5236006" y="482624"/>
                </a:cubicBezTo>
                <a:lnTo>
                  <a:pt x="5407679" y="589781"/>
                </a:lnTo>
                <a:lnTo>
                  <a:pt x="5407679" y="2406016"/>
                </a:lnTo>
                <a:lnTo>
                  <a:pt x="0" y="2406016"/>
                </a:lnTo>
                <a:lnTo>
                  <a:pt x="66315" y="2224829"/>
                </a:lnTo>
                <a:cubicBezTo>
                  <a:pt x="619315" y="917391"/>
                  <a:pt x="1913924" y="0"/>
                  <a:pt x="3422801" y="0"/>
                </a:cubicBezTo>
                <a:close/>
              </a:path>
            </a:pathLst>
          </a:custGeom>
          <a:solidFill>
            <a:schemeClr val="accent4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accent4"/>
              </a:solidFill>
              <a:cs typeface="MiSans Bold" panose="00000800000000000000" pitchFamily="2" charset="-122"/>
            </a:endParaRPr>
          </a:p>
        </p:txBody>
      </p:sp>
      <p:pic>
        <p:nvPicPr>
          <p:cNvPr id="12" name="图片 11" descr="城市的高楼大厦&#10;&#10;描述已自动生成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11" cstate="print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9393" b="4831"/>
          <a:stretch>
            <a:fillRect/>
          </a:stretch>
        </p:blipFill>
        <p:spPr>
          <a:xfrm>
            <a:off x="0" y="0"/>
            <a:ext cx="12192098" cy="6159090"/>
          </a:xfrm>
          <a:prstGeom prst="rect">
            <a:avLst/>
          </a:prstGeom>
        </p:spPr>
      </p:pic>
      <p:sp>
        <p:nvSpPr>
          <p:cNvPr id="3" name="矩形 2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2192000" cy="6158865"/>
          </a:xfrm>
          <a:prstGeom prst="rect">
            <a:avLst/>
          </a:prstGeom>
          <a:gradFill>
            <a:gsLst>
              <a:gs pos="0">
                <a:schemeClr val="accent1">
                  <a:alpha val="90000"/>
                </a:schemeClr>
              </a:gs>
              <a:gs pos="100000">
                <a:schemeClr val="accent1">
                  <a:alpha val="6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4" name="矩形 3"/>
          <p:cNvSpPr/>
          <p:nvPr userDrawn="1">
            <p:custDataLst>
              <p:tags r:id="rId4"/>
            </p:custDataLst>
          </p:nvPr>
        </p:nvSpPr>
        <p:spPr>
          <a:xfrm>
            <a:off x="-49" y="6088077"/>
            <a:ext cx="12192098" cy="1520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/>
              </a:solidFill>
              <a:cs typeface="MiSans Bold" panose="00000800000000000000" pitchFamily="2" charset="-122"/>
            </a:endParaRPr>
          </a:p>
        </p:txBody>
      </p:sp>
      <p:grpSp>
        <p:nvGrpSpPr>
          <p:cNvPr id="5" name="组合 4"/>
          <p:cNvGrpSpPr/>
          <p:nvPr userDrawn="1"/>
        </p:nvGrpSpPr>
        <p:grpSpPr>
          <a:xfrm>
            <a:off x="11078210" y="581660"/>
            <a:ext cx="622935" cy="91440"/>
            <a:chOff x="17169" y="614"/>
            <a:chExt cx="981" cy="144"/>
          </a:xfrm>
        </p:grpSpPr>
        <p:sp>
          <p:nvSpPr>
            <p:cNvPr id="9" name="椭圆 5"/>
            <p:cNvSpPr/>
            <p:nvPr userDrawn="1">
              <p:custDataLst>
                <p:tags r:id="rId7"/>
              </p:custDataLst>
            </p:nvPr>
          </p:nvSpPr>
          <p:spPr>
            <a:xfrm>
              <a:off x="17169" y="614"/>
              <a:ext cx="144" cy="14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MiSans Bold" panose="00000800000000000000" pitchFamily="2" charset="-122"/>
              </a:endParaRPr>
            </a:p>
          </p:txBody>
        </p:sp>
        <p:sp>
          <p:nvSpPr>
            <p:cNvPr id="7" name="椭圆 6"/>
            <p:cNvSpPr/>
            <p:nvPr userDrawn="1">
              <p:custDataLst>
                <p:tags r:id="rId8"/>
              </p:custDataLst>
            </p:nvPr>
          </p:nvSpPr>
          <p:spPr>
            <a:xfrm>
              <a:off x="17588" y="614"/>
              <a:ext cx="144" cy="144"/>
            </a:xfrm>
            <a:prstGeom prst="ellipse">
              <a:avLst/>
            </a:prstGeom>
            <a:solidFill>
              <a:schemeClr val="accent2">
                <a:alpha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MiSans Bold" panose="00000800000000000000" pitchFamily="2" charset="-122"/>
              </a:endParaRPr>
            </a:p>
          </p:txBody>
        </p:sp>
        <p:sp>
          <p:nvSpPr>
            <p:cNvPr id="11" name="椭圆 10"/>
            <p:cNvSpPr/>
            <p:nvPr userDrawn="1">
              <p:custDataLst>
                <p:tags r:id="rId9"/>
              </p:custDataLst>
            </p:nvPr>
          </p:nvSpPr>
          <p:spPr>
            <a:xfrm>
              <a:off x="18006" y="614"/>
              <a:ext cx="144" cy="14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MiSans Bold" panose="00000800000000000000" pitchFamily="2" charset="-122"/>
              </a:endParaRPr>
            </a:p>
          </p:txBody>
        </p:sp>
      </p:grpSp>
      <p:sp>
        <p:nvSpPr>
          <p:cNvPr id="10" name="Subtitle 9"/>
          <p:cNvSpPr>
            <a:spLocks noGrp="1"/>
          </p:cNvSpPr>
          <p:nvPr>
            <p:ph type="body" idx="17826305" hasCustomPrompt="1"/>
            <p:custDataLst>
              <p:tags r:id="rId5"/>
            </p:custDataLst>
          </p:nvPr>
        </p:nvSpPr>
        <p:spPr>
          <a:xfrm>
            <a:off x="1016000" y="2159000"/>
            <a:ext cx="5449358" cy="457200"/>
          </a:xfrm>
          <a:noFill/>
        </p:spPr>
        <p:txBody>
          <a:bodyPr vert="horz"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THE END</a:t>
            </a:r>
          </a:p>
        </p:txBody>
      </p:sp>
      <p:sp>
        <p:nvSpPr>
          <p:cNvPr id="6" name="标题 1"/>
          <p:cNvSpPr>
            <a:spLocks noGrp="1"/>
          </p:cNvSpPr>
          <p:nvPr>
            <p:ph type="ctrTitle" idx="17826049" hasCustomPrompt="1"/>
            <p:custDataLst>
              <p:tags r:id="rId6"/>
            </p:custDataLst>
          </p:nvPr>
        </p:nvSpPr>
        <p:spPr>
          <a:xfrm>
            <a:off x="1016000" y="2667000"/>
            <a:ext cx="5451122" cy="1016000"/>
          </a:xfrm>
        </p:spPr>
        <p:txBody>
          <a:bodyPr vert="horz" wrap="square" lIns="0" tIns="0" rIns="0" bIns="0" anchor="t" anchorCtr="0">
            <a:normAutofit/>
          </a:bodyPr>
          <a:lstStyle>
            <a:lvl1pPr marL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6400" spc="0">
                <a:solidFill>
                  <a:srgbClr val="FFFFFF"/>
                </a:solidFill>
              </a:defRPr>
            </a:lvl1pPr>
          </a:lstStyle>
          <a:p>
            <a:r>
              <a:rPr lang="zh-CN" altLang="en-US" dirty="0"/>
              <a:t>谢谢观看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3.xml"/><Relationship Id="rId18" Type="http://schemas.openxmlformats.org/officeDocument/2006/relationships/slideLayout" Target="../slideLayouts/slideLayout28.xml"/><Relationship Id="rId26" Type="http://schemas.openxmlformats.org/officeDocument/2006/relationships/slideLayout" Target="../slideLayouts/slideLayout36.xml"/><Relationship Id="rId39" Type="http://schemas.openxmlformats.org/officeDocument/2006/relationships/tags" Target="../tags/tag7.xml"/><Relationship Id="rId21" Type="http://schemas.openxmlformats.org/officeDocument/2006/relationships/slideLayout" Target="../slideLayouts/slideLayout31.xml"/><Relationship Id="rId34" Type="http://schemas.openxmlformats.org/officeDocument/2006/relationships/tags" Target="../tags/tag2.xml"/><Relationship Id="rId42" Type="http://schemas.openxmlformats.org/officeDocument/2006/relationships/tags" Target="../tags/tag10.xml"/><Relationship Id="rId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2.xml"/><Relationship Id="rId16" Type="http://schemas.openxmlformats.org/officeDocument/2006/relationships/slideLayout" Target="../slideLayouts/slideLayout26.xml"/><Relationship Id="rId20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9.xml"/><Relationship Id="rId41" Type="http://schemas.openxmlformats.org/officeDocument/2006/relationships/tags" Target="../tags/tag9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34.xml"/><Relationship Id="rId32" Type="http://schemas.openxmlformats.org/officeDocument/2006/relationships/theme" Target="../theme/theme2.xml"/><Relationship Id="rId37" Type="http://schemas.openxmlformats.org/officeDocument/2006/relationships/tags" Target="../tags/tag5.xml"/><Relationship Id="rId40" Type="http://schemas.openxmlformats.org/officeDocument/2006/relationships/tags" Target="../tags/tag8.xml"/><Relationship Id="rId5" Type="http://schemas.openxmlformats.org/officeDocument/2006/relationships/slideLayout" Target="../slideLayouts/slideLayout15.xml"/><Relationship Id="rId15" Type="http://schemas.openxmlformats.org/officeDocument/2006/relationships/slideLayout" Target="../slideLayouts/slideLayout25.xml"/><Relationship Id="rId23" Type="http://schemas.openxmlformats.org/officeDocument/2006/relationships/slideLayout" Target="../slideLayouts/slideLayout33.xml"/><Relationship Id="rId28" Type="http://schemas.openxmlformats.org/officeDocument/2006/relationships/slideLayout" Target="../slideLayouts/slideLayout38.xml"/><Relationship Id="rId36" Type="http://schemas.openxmlformats.org/officeDocument/2006/relationships/tags" Target="../tags/tag4.xml"/><Relationship Id="rId10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41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24.xml"/><Relationship Id="rId22" Type="http://schemas.openxmlformats.org/officeDocument/2006/relationships/slideLayout" Target="../slideLayouts/slideLayout32.xml"/><Relationship Id="rId27" Type="http://schemas.openxmlformats.org/officeDocument/2006/relationships/slideLayout" Target="../slideLayouts/slideLayout37.xml"/><Relationship Id="rId30" Type="http://schemas.openxmlformats.org/officeDocument/2006/relationships/slideLayout" Target="../slideLayouts/slideLayout40.xml"/><Relationship Id="rId35" Type="http://schemas.openxmlformats.org/officeDocument/2006/relationships/tags" Target="../tags/tag3.xml"/><Relationship Id="rId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22.xml"/><Relationship Id="rId17" Type="http://schemas.openxmlformats.org/officeDocument/2006/relationships/slideLayout" Target="../slideLayouts/slideLayout27.xml"/><Relationship Id="rId25" Type="http://schemas.openxmlformats.org/officeDocument/2006/relationships/slideLayout" Target="../slideLayouts/slideLayout35.xml"/><Relationship Id="rId33" Type="http://schemas.openxmlformats.org/officeDocument/2006/relationships/tags" Target="../tags/tag1.xml"/><Relationship Id="rId38" Type="http://schemas.openxmlformats.org/officeDocument/2006/relationships/tags" Target="../tags/tag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168" y="52311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168" y="1983613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altLang="zh-CN" dirty="0"/>
          </a:p>
          <a:p>
            <a:pPr lvl="5"/>
            <a:r>
              <a:rPr lang="zh-CN" altLang="en-US" dirty="0"/>
              <a:t>第六级</a:t>
            </a:r>
            <a:endParaRPr lang="en-US" altLang="zh-CN" dirty="0"/>
          </a:p>
          <a:p>
            <a:pPr marL="2971800" marR="0" lvl="6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dirty="0"/>
              <a:t>第七级</a:t>
            </a:r>
            <a:endParaRPr lang="en-US" altLang="zh-CN" dirty="0"/>
          </a:p>
          <a:p>
            <a:pPr marL="3429000" marR="0" lvl="7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dirty="0"/>
              <a:t>第八级</a:t>
            </a:r>
            <a:endParaRPr lang="en-US" altLang="zh-CN" dirty="0"/>
          </a:p>
          <a:p>
            <a:pPr marL="3886200" marR="0" lvl="8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dirty="0"/>
              <a:t>第九级</a:t>
            </a:r>
            <a:endParaRPr lang="en-US" altLang="zh-CN" dirty="0"/>
          </a:p>
          <a:p>
            <a:pPr marL="3886200" marR="0" lvl="8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endParaRPr lang="en-US" altLang="zh-CN" dirty="0"/>
          </a:p>
          <a:p>
            <a:pPr lvl="5"/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5pPr>
      <a:lvl6pPr marL="25146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anose="020B0604020202020204" pitchFamily="34" charset="0"/>
        <a:buChar char="•"/>
        <a:defRPr lang="zh-CN" altLang="en-US" sz="2400" kern="1200" dirty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altLang="zh-CN" sz="2400" kern="1200" dirty="0" smtClean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altLang="zh-CN" sz="2400" kern="1200" dirty="0" smtClean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8pPr>
      <a:lvl9pPr marL="3657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lang="en-US" altLang="zh-CN" sz="2400" kern="1200" dirty="0" smtClean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/>
          <p:cNvSpPr/>
          <p:nvPr userDrawn="1">
            <p:custDataLst>
              <p:tags r:id="rId34"/>
            </p:custDataLst>
          </p:nvPr>
        </p:nvSpPr>
        <p:spPr>
          <a:xfrm>
            <a:off x="91440" y="6569075"/>
            <a:ext cx="12114530" cy="288290"/>
          </a:xfrm>
          <a:prstGeom prst="rect">
            <a:avLst/>
          </a:prstGeom>
          <a:solidFill>
            <a:schemeClr val="accent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19" name="矩形 18"/>
          <p:cNvSpPr/>
          <p:nvPr userDrawn="1">
            <p:custDataLst>
              <p:tags r:id="rId35"/>
            </p:custDataLst>
          </p:nvPr>
        </p:nvSpPr>
        <p:spPr>
          <a:xfrm rot="5400000">
            <a:off x="-95250" y="6665595"/>
            <a:ext cx="288290" cy="965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36"/>
            </p:custDataLst>
          </p:nvPr>
        </p:nvSpPr>
        <p:spPr>
          <a:xfrm>
            <a:off x="875398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37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38"/>
            </p:custDataLst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39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40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7" name="任意多边形 36"/>
          <p:cNvSpPr/>
          <p:nvPr userDrawn="1">
            <p:custDataLst>
              <p:tags r:id="rId41"/>
            </p:custDataLst>
          </p:nvPr>
        </p:nvSpPr>
        <p:spPr>
          <a:xfrm>
            <a:off x="11021695" y="259715"/>
            <a:ext cx="883920" cy="778510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">
                <a:pos x="hc" y="t"/>
              </a:cxn>
              <a:cxn ang="3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">
                <a:pos x="ir" y="it"/>
              </a:cxn>
            </a:cxnLst>
            <a:rect l="l" t="t" r="r" b="b"/>
            <a:pathLst>
              <a:path w="1392" h="1226">
                <a:moveTo>
                  <a:pt x="0" y="66"/>
                </a:moveTo>
                <a:cubicBezTo>
                  <a:pt x="0" y="30"/>
                  <a:pt x="30" y="0"/>
                  <a:pt x="66" y="0"/>
                </a:cubicBezTo>
                <a:cubicBezTo>
                  <a:pt x="102" y="0"/>
                  <a:pt x="132" y="30"/>
                  <a:pt x="132" y="66"/>
                </a:cubicBezTo>
                <a:cubicBezTo>
                  <a:pt x="132" y="102"/>
                  <a:pt x="102" y="132"/>
                  <a:pt x="66" y="132"/>
                </a:cubicBezTo>
                <a:cubicBezTo>
                  <a:pt x="30" y="132"/>
                  <a:pt x="0" y="102"/>
                  <a:pt x="0" y="66"/>
                </a:cubicBezTo>
                <a:close/>
                <a:moveTo>
                  <a:pt x="0" y="430"/>
                </a:moveTo>
                <a:cubicBezTo>
                  <a:pt x="0" y="394"/>
                  <a:pt x="30" y="364"/>
                  <a:pt x="66" y="364"/>
                </a:cubicBezTo>
                <a:cubicBezTo>
                  <a:pt x="102" y="364"/>
                  <a:pt x="132" y="394"/>
                  <a:pt x="132" y="430"/>
                </a:cubicBezTo>
                <a:cubicBezTo>
                  <a:pt x="132" y="466"/>
                  <a:pt x="102" y="496"/>
                  <a:pt x="66" y="496"/>
                </a:cubicBezTo>
                <a:cubicBezTo>
                  <a:pt x="30" y="496"/>
                  <a:pt x="0" y="466"/>
                  <a:pt x="0" y="430"/>
                </a:cubicBezTo>
                <a:close/>
                <a:moveTo>
                  <a:pt x="0" y="795"/>
                </a:moveTo>
                <a:cubicBezTo>
                  <a:pt x="0" y="759"/>
                  <a:pt x="30" y="729"/>
                  <a:pt x="66" y="729"/>
                </a:cubicBezTo>
                <a:cubicBezTo>
                  <a:pt x="102" y="729"/>
                  <a:pt x="132" y="759"/>
                  <a:pt x="132" y="795"/>
                </a:cubicBezTo>
                <a:cubicBezTo>
                  <a:pt x="132" y="831"/>
                  <a:pt x="102" y="861"/>
                  <a:pt x="66" y="861"/>
                </a:cubicBezTo>
                <a:cubicBezTo>
                  <a:pt x="30" y="861"/>
                  <a:pt x="0" y="831"/>
                  <a:pt x="0" y="795"/>
                </a:cubicBezTo>
                <a:close/>
                <a:moveTo>
                  <a:pt x="0" y="1160"/>
                </a:moveTo>
                <a:cubicBezTo>
                  <a:pt x="0" y="1124"/>
                  <a:pt x="30" y="1094"/>
                  <a:pt x="66" y="1094"/>
                </a:cubicBezTo>
                <a:cubicBezTo>
                  <a:pt x="102" y="1094"/>
                  <a:pt x="132" y="1124"/>
                  <a:pt x="132" y="1160"/>
                </a:cubicBezTo>
                <a:cubicBezTo>
                  <a:pt x="132" y="1196"/>
                  <a:pt x="102" y="1226"/>
                  <a:pt x="66" y="1226"/>
                </a:cubicBezTo>
                <a:cubicBezTo>
                  <a:pt x="30" y="1226"/>
                  <a:pt x="0" y="1196"/>
                  <a:pt x="0" y="1160"/>
                </a:cubicBezTo>
                <a:close/>
                <a:moveTo>
                  <a:pt x="420" y="66"/>
                </a:moveTo>
                <a:cubicBezTo>
                  <a:pt x="420" y="30"/>
                  <a:pt x="450" y="0"/>
                  <a:pt x="486" y="0"/>
                </a:cubicBezTo>
                <a:cubicBezTo>
                  <a:pt x="522" y="0"/>
                  <a:pt x="552" y="30"/>
                  <a:pt x="552" y="66"/>
                </a:cubicBezTo>
                <a:cubicBezTo>
                  <a:pt x="552" y="102"/>
                  <a:pt x="522" y="132"/>
                  <a:pt x="486" y="132"/>
                </a:cubicBezTo>
                <a:cubicBezTo>
                  <a:pt x="450" y="132"/>
                  <a:pt x="420" y="102"/>
                  <a:pt x="420" y="66"/>
                </a:cubicBezTo>
                <a:close/>
                <a:moveTo>
                  <a:pt x="420" y="430"/>
                </a:moveTo>
                <a:cubicBezTo>
                  <a:pt x="420" y="394"/>
                  <a:pt x="450" y="364"/>
                  <a:pt x="486" y="364"/>
                </a:cubicBezTo>
                <a:cubicBezTo>
                  <a:pt x="522" y="364"/>
                  <a:pt x="552" y="394"/>
                  <a:pt x="552" y="430"/>
                </a:cubicBezTo>
                <a:cubicBezTo>
                  <a:pt x="552" y="466"/>
                  <a:pt x="522" y="496"/>
                  <a:pt x="486" y="496"/>
                </a:cubicBezTo>
                <a:cubicBezTo>
                  <a:pt x="450" y="496"/>
                  <a:pt x="420" y="466"/>
                  <a:pt x="420" y="430"/>
                </a:cubicBezTo>
                <a:close/>
                <a:moveTo>
                  <a:pt x="420" y="795"/>
                </a:moveTo>
                <a:cubicBezTo>
                  <a:pt x="420" y="759"/>
                  <a:pt x="450" y="729"/>
                  <a:pt x="486" y="729"/>
                </a:cubicBezTo>
                <a:cubicBezTo>
                  <a:pt x="522" y="729"/>
                  <a:pt x="552" y="759"/>
                  <a:pt x="552" y="795"/>
                </a:cubicBezTo>
                <a:cubicBezTo>
                  <a:pt x="552" y="831"/>
                  <a:pt x="522" y="861"/>
                  <a:pt x="486" y="861"/>
                </a:cubicBezTo>
                <a:cubicBezTo>
                  <a:pt x="450" y="861"/>
                  <a:pt x="420" y="831"/>
                  <a:pt x="420" y="795"/>
                </a:cubicBezTo>
                <a:close/>
                <a:moveTo>
                  <a:pt x="420" y="1160"/>
                </a:moveTo>
                <a:cubicBezTo>
                  <a:pt x="420" y="1124"/>
                  <a:pt x="450" y="1094"/>
                  <a:pt x="486" y="1094"/>
                </a:cubicBezTo>
                <a:cubicBezTo>
                  <a:pt x="522" y="1094"/>
                  <a:pt x="552" y="1124"/>
                  <a:pt x="552" y="1160"/>
                </a:cubicBezTo>
                <a:cubicBezTo>
                  <a:pt x="552" y="1196"/>
                  <a:pt x="522" y="1226"/>
                  <a:pt x="486" y="1226"/>
                </a:cubicBezTo>
                <a:cubicBezTo>
                  <a:pt x="450" y="1226"/>
                  <a:pt x="420" y="1196"/>
                  <a:pt x="420" y="1160"/>
                </a:cubicBezTo>
                <a:close/>
                <a:moveTo>
                  <a:pt x="840" y="66"/>
                </a:moveTo>
                <a:cubicBezTo>
                  <a:pt x="840" y="30"/>
                  <a:pt x="870" y="0"/>
                  <a:pt x="906" y="0"/>
                </a:cubicBezTo>
                <a:cubicBezTo>
                  <a:pt x="942" y="0"/>
                  <a:pt x="972" y="30"/>
                  <a:pt x="972" y="66"/>
                </a:cubicBezTo>
                <a:cubicBezTo>
                  <a:pt x="972" y="102"/>
                  <a:pt x="942" y="132"/>
                  <a:pt x="906" y="132"/>
                </a:cubicBezTo>
                <a:cubicBezTo>
                  <a:pt x="870" y="132"/>
                  <a:pt x="840" y="102"/>
                  <a:pt x="840" y="66"/>
                </a:cubicBezTo>
                <a:close/>
                <a:moveTo>
                  <a:pt x="840" y="430"/>
                </a:moveTo>
                <a:cubicBezTo>
                  <a:pt x="840" y="394"/>
                  <a:pt x="870" y="364"/>
                  <a:pt x="906" y="364"/>
                </a:cubicBezTo>
                <a:cubicBezTo>
                  <a:pt x="942" y="364"/>
                  <a:pt x="972" y="394"/>
                  <a:pt x="972" y="430"/>
                </a:cubicBezTo>
                <a:cubicBezTo>
                  <a:pt x="972" y="466"/>
                  <a:pt x="942" y="496"/>
                  <a:pt x="906" y="496"/>
                </a:cubicBezTo>
                <a:cubicBezTo>
                  <a:pt x="870" y="496"/>
                  <a:pt x="840" y="466"/>
                  <a:pt x="840" y="430"/>
                </a:cubicBezTo>
                <a:close/>
                <a:moveTo>
                  <a:pt x="840" y="795"/>
                </a:moveTo>
                <a:cubicBezTo>
                  <a:pt x="840" y="759"/>
                  <a:pt x="870" y="729"/>
                  <a:pt x="906" y="729"/>
                </a:cubicBezTo>
                <a:cubicBezTo>
                  <a:pt x="942" y="729"/>
                  <a:pt x="972" y="759"/>
                  <a:pt x="972" y="795"/>
                </a:cubicBezTo>
                <a:cubicBezTo>
                  <a:pt x="972" y="831"/>
                  <a:pt x="942" y="861"/>
                  <a:pt x="906" y="861"/>
                </a:cubicBezTo>
                <a:cubicBezTo>
                  <a:pt x="870" y="861"/>
                  <a:pt x="840" y="831"/>
                  <a:pt x="840" y="795"/>
                </a:cubicBezTo>
                <a:close/>
                <a:moveTo>
                  <a:pt x="840" y="1160"/>
                </a:moveTo>
                <a:cubicBezTo>
                  <a:pt x="840" y="1124"/>
                  <a:pt x="870" y="1094"/>
                  <a:pt x="906" y="1094"/>
                </a:cubicBezTo>
                <a:cubicBezTo>
                  <a:pt x="942" y="1094"/>
                  <a:pt x="972" y="1124"/>
                  <a:pt x="972" y="1160"/>
                </a:cubicBezTo>
                <a:cubicBezTo>
                  <a:pt x="972" y="1196"/>
                  <a:pt x="942" y="1226"/>
                  <a:pt x="906" y="1226"/>
                </a:cubicBezTo>
                <a:cubicBezTo>
                  <a:pt x="870" y="1226"/>
                  <a:pt x="840" y="1196"/>
                  <a:pt x="840" y="1160"/>
                </a:cubicBezTo>
                <a:close/>
                <a:moveTo>
                  <a:pt x="1260" y="66"/>
                </a:moveTo>
                <a:cubicBezTo>
                  <a:pt x="1260" y="30"/>
                  <a:pt x="1290" y="0"/>
                  <a:pt x="1326" y="0"/>
                </a:cubicBezTo>
                <a:cubicBezTo>
                  <a:pt x="1362" y="0"/>
                  <a:pt x="1392" y="30"/>
                  <a:pt x="1392" y="66"/>
                </a:cubicBezTo>
                <a:cubicBezTo>
                  <a:pt x="1392" y="102"/>
                  <a:pt x="1362" y="132"/>
                  <a:pt x="1326" y="132"/>
                </a:cubicBezTo>
                <a:cubicBezTo>
                  <a:pt x="1290" y="132"/>
                  <a:pt x="1260" y="102"/>
                  <a:pt x="1260" y="66"/>
                </a:cubicBezTo>
                <a:close/>
                <a:moveTo>
                  <a:pt x="1260" y="430"/>
                </a:moveTo>
                <a:cubicBezTo>
                  <a:pt x="1260" y="394"/>
                  <a:pt x="1290" y="364"/>
                  <a:pt x="1326" y="364"/>
                </a:cubicBezTo>
                <a:cubicBezTo>
                  <a:pt x="1362" y="364"/>
                  <a:pt x="1392" y="394"/>
                  <a:pt x="1392" y="430"/>
                </a:cubicBezTo>
                <a:cubicBezTo>
                  <a:pt x="1392" y="466"/>
                  <a:pt x="1362" y="496"/>
                  <a:pt x="1326" y="496"/>
                </a:cubicBezTo>
                <a:cubicBezTo>
                  <a:pt x="1290" y="496"/>
                  <a:pt x="1260" y="466"/>
                  <a:pt x="1260" y="430"/>
                </a:cubicBezTo>
                <a:close/>
                <a:moveTo>
                  <a:pt x="1260" y="795"/>
                </a:moveTo>
                <a:cubicBezTo>
                  <a:pt x="1260" y="759"/>
                  <a:pt x="1290" y="729"/>
                  <a:pt x="1326" y="729"/>
                </a:cubicBezTo>
                <a:cubicBezTo>
                  <a:pt x="1362" y="729"/>
                  <a:pt x="1392" y="759"/>
                  <a:pt x="1392" y="795"/>
                </a:cubicBezTo>
                <a:cubicBezTo>
                  <a:pt x="1392" y="831"/>
                  <a:pt x="1362" y="861"/>
                  <a:pt x="1326" y="861"/>
                </a:cubicBezTo>
                <a:cubicBezTo>
                  <a:pt x="1290" y="861"/>
                  <a:pt x="1260" y="831"/>
                  <a:pt x="1260" y="795"/>
                </a:cubicBezTo>
                <a:close/>
                <a:moveTo>
                  <a:pt x="1260" y="1160"/>
                </a:moveTo>
                <a:cubicBezTo>
                  <a:pt x="1260" y="1124"/>
                  <a:pt x="1290" y="1094"/>
                  <a:pt x="1326" y="1094"/>
                </a:cubicBezTo>
                <a:cubicBezTo>
                  <a:pt x="1362" y="1094"/>
                  <a:pt x="1392" y="1124"/>
                  <a:pt x="1392" y="1160"/>
                </a:cubicBezTo>
                <a:cubicBezTo>
                  <a:pt x="1392" y="1196"/>
                  <a:pt x="1362" y="1226"/>
                  <a:pt x="1326" y="1226"/>
                </a:cubicBezTo>
                <a:cubicBezTo>
                  <a:pt x="1290" y="1226"/>
                  <a:pt x="1260" y="1196"/>
                  <a:pt x="1260" y="116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accent2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MiSans Light" panose="00000400000000000000" pitchFamily="2" charset="-122"/>
            </a:endParaRPr>
          </a:p>
        </p:txBody>
      </p:sp>
      <p:sp>
        <p:nvSpPr>
          <p:cNvPr id="7" name="KSO_TEMPLATE" hidden="1"/>
          <p:cNvSpPr/>
          <p:nvPr userDrawn="1">
            <p:custDataLst>
              <p:tags r:id="rId42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3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89" r:id="rId30"/>
    <p:sldLayoutId id="2147483690" r:id="rId3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u="none" kern="1200" spc="0">
          <a:solidFill>
            <a:schemeClr val="tx1"/>
          </a:solidFill>
          <a:effectLst>
            <a:outerShdw>
              <a:srgbClr val="FFFFFF"/>
            </a:outerShdw>
          </a:effectLst>
          <a:uFill>
            <a:solidFill>
              <a:schemeClr val="tx1"/>
            </a:solidFill>
          </a:uFill>
          <a:latin typeface="+mj-lt"/>
          <a:ea typeface="+mj-ea"/>
          <a:cs typeface="+mj-cs"/>
        </a:defRPr>
      </a:lvl1pPr>
    </p:titleStyle>
    <p:bodyStyle>
      <a:lvl1pPr marL="228600" indent="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400" kern="1200" spc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0" algn="l" defTabSz="914400" rtl="0" eaLnBrk="1" latinLnBrk="0" hangingPunct="1">
        <a:lnSpc>
          <a:spcPct val="130000"/>
        </a:lnSpc>
        <a:spcBef>
          <a:spcPts val="500"/>
        </a:spcBef>
        <a:buFont typeface="Arial" panose="020B0604020202020204" pitchFamily="34" charset="0"/>
        <a:buChar char="•"/>
        <a:defRPr sz="2000" kern="1200" spc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0" algn="l" defTabSz="914400" rtl="0" eaLnBrk="1" latinLnBrk="0" hangingPunct="1">
        <a:lnSpc>
          <a:spcPct val="130000"/>
        </a:lnSpc>
        <a:spcBef>
          <a:spcPts val="500"/>
        </a:spcBef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0" algn="l" defTabSz="914400" rtl="0" eaLnBrk="1" latinLnBrk="0" hangingPunct="1">
        <a:lnSpc>
          <a:spcPct val="130000"/>
        </a:lnSpc>
        <a:spcBef>
          <a:spcPts val="500"/>
        </a:spcBef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0" algn="l" defTabSz="914400" rtl="0" eaLnBrk="1" latinLnBrk="0" hangingPunct="1">
        <a:lnSpc>
          <a:spcPct val="130000"/>
        </a:lnSpc>
        <a:spcBef>
          <a:spcPts val="500"/>
        </a:spcBef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410.xml"/><Relationship Id="rId2" Type="http://schemas.openxmlformats.org/officeDocument/2006/relationships/tags" Target="../tags/tag409.xml"/><Relationship Id="rId1" Type="http://schemas.openxmlformats.org/officeDocument/2006/relationships/tags" Target="../tags/tag408.xml"/><Relationship Id="rId4" Type="http://schemas.openxmlformats.org/officeDocument/2006/relationships/slideLayout" Target="../slideLayouts/slideLayout39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418.xml"/><Relationship Id="rId13" Type="http://schemas.openxmlformats.org/officeDocument/2006/relationships/tags" Target="../tags/tag423.xml"/><Relationship Id="rId18" Type="http://schemas.openxmlformats.org/officeDocument/2006/relationships/tags" Target="../tags/tag428.xml"/><Relationship Id="rId3" Type="http://schemas.openxmlformats.org/officeDocument/2006/relationships/tags" Target="../tags/tag413.xml"/><Relationship Id="rId21" Type="http://schemas.openxmlformats.org/officeDocument/2006/relationships/tags" Target="../tags/tag431.xml"/><Relationship Id="rId7" Type="http://schemas.openxmlformats.org/officeDocument/2006/relationships/tags" Target="../tags/tag417.xml"/><Relationship Id="rId12" Type="http://schemas.openxmlformats.org/officeDocument/2006/relationships/tags" Target="../tags/tag422.xml"/><Relationship Id="rId17" Type="http://schemas.openxmlformats.org/officeDocument/2006/relationships/tags" Target="../tags/tag427.xml"/><Relationship Id="rId2" Type="http://schemas.openxmlformats.org/officeDocument/2006/relationships/tags" Target="../tags/tag412.xml"/><Relationship Id="rId16" Type="http://schemas.openxmlformats.org/officeDocument/2006/relationships/tags" Target="../tags/tag426.xml"/><Relationship Id="rId20" Type="http://schemas.openxmlformats.org/officeDocument/2006/relationships/tags" Target="../tags/tag430.xml"/><Relationship Id="rId1" Type="http://schemas.openxmlformats.org/officeDocument/2006/relationships/tags" Target="../tags/tag411.xml"/><Relationship Id="rId6" Type="http://schemas.openxmlformats.org/officeDocument/2006/relationships/tags" Target="../tags/tag416.xml"/><Relationship Id="rId11" Type="http://schemas.openxmlformats.org/officeDocument/2006/relationships/tags" Target="../tags/tag421.xml"/><Relationship Id="rId5" Type="http://schemas.openxmlformats.org/officeDocument/2006/relationships/tags" Target="../tags/tag415.xml"/><Relationship Id="rId15" Type="http://schemas.openxmlformats.org/officeDocument/2006/relationships/tags" Target="../tags/tag425.xml"/><Relationship Id="rId10" Type="http://schemas.openxmlformats.org/officeDocument/2006/relationships/tags" Target="../tags/tag420.xml"/><Relationship Id="rId19" Type="http://schemas.openxmlformats.org/officeDocument/2006/relationships/tags" Target="../tags/tag429.xml"/><Relationship Id="rId4" Type="http://schemas.openxmlformats.org/officeDocument/2006/relationships/tags" Target="../tags/tag414.xml"/><Relationship Id="rId9" Type="http://schemas.openxmlformats.org/officeDocument/2006/relationships/tags" Target="../tags/tag419.xml"/><Relationship Id="rId14" Type="http://schemas.openxmlformats.org/officeDocument/2006/relationships/tags" Target="../tags/tag424.xml"/><Relationship Id="rId22" Type="http://schemas.openxmlformats.org/officeDocument/2006/relationships/slideLayout" Target="../slideLayouts/slideLayout3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tags" Target="../tags/tag434.xml"/><Relationship Id="rId2" Type="http://schemas.openxmlformats.org/officeDocument/2006/relationships/tags" Target="../tags/tag433.xml"/><Relationship Id="rId1" Type="http://schemas.openxmlformats.org/officeDocument/2006/relationships/tags" Target="../tags/tag432.xml"/><Relationship Id="rId4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442.xml"/><Relationship Id="rId13" Type="http://schemas.openxmlformats.org/officeDocument/2006/relationships/tags" Target="../tags/tag447.xml"/><Relationship Id="rId3" Type="http://schemas.openxmlformats.org/officeDocument/2006/relationships/tags" Target="../tags/tag437.xml"/><Relationship Id="rId7" Type="http://schemas.openxmlformats.org/officeDocument/2006/relationships/tags" Target="../tags/tag441.xml"/><Relationship Id="rId12" Type="http://schemas.openxmlformats.org/officeDocument/2006/relationships/tags" Target="../tags/tag446.xml"/><Relationship Id="rId17" Type="http://schemas.openxmlformats.org/officeDocument/2006/relationships/image" Target="../media/image3.jpeg"/><Relationship Id="rId2" Type="http://schemas.openxmlformats.org/officeDocument/2006/relationships/tags" Target="../tags/tag436.xml"/><Relationship Id="rId16" Type="http://schemas.openxmlformats.org/officeDocument/2006/relationships/slideLayout" Target="../slideLayouts/slideLayout27.xml"/><Relationship Id="rId1" Type="http://schemas.openxmlformats.org/officeDocument/2006/relationships/tags" Target="../tags/tag435.xml"/><Relationship Id="rId6" Type="http://schemas.openxmlformats.org/officeDocument/2006/relationships/tags" Target="../tags/tag440.xml"/><Relationship Id="rId11" Type="http://schemas.openxmlformats.org/officeDocument/2006/relationships/tags" Target="../tags/tag445.xml"/><Relationship Id="rId5" Type="http://schemas.openxmlformats.org/officeDocument/2006/relationships/tags" Target="../tags/tag439.xml"/><Relationship Id="rId15" Type="http://schemas.openxmlformats.org/officeDocument/2006/relationships/tags" Target="../tags/tag449.xml"/><Relationship Id="rId10" Type="http://schemas.openxmlformats.org/officeDocument/2006/relationships/tags" Target="../tags/tag444.xml"/><Relationship Id="rId4" Type="http://schemas.openxmlformats.org/officeDocument/2006/relationships/tags" Target="../tags/tag438.xml"/><Relationship Id="rId9" Type="http://schemas.openxmlformats.org/officeDocument/2006/relationships/tags" Target="../tags/tag443.xml"/><Relationship Id="rId14" Type="http://schemas.openxmlformats.org/officeDocument/2006/relationships/tags" Target="../tags/tag44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tags" Target="../tags/tag452.xml"/><Relationship Id="rId2" Type="http://schemas.openxmlformats.org/officeDocument/2006/relationships/tags" Target="../tags/tag451.xml"/><Relationship Id="rId1" Type="http://schemas.openxmlformats.org/officeDocument/2006/relationships/tags" Target="../tags/tag450.xml"/><Relationship Id="rId4" Type="http://schemas.openxmlformats.org/officeDocument/2006/relationships/slideLayout" Target="../slideLayouts/slideLayout2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tags" Target="../tags/tag455.xml"/><Relationship Id="rId7" Type="http://schemas.openxmlformats.org/officeDocument/2006/relationships/image" Target="../media/image5.png"/><Relationship Id="rId2" Type="http://schemas.openxmlformats.org/officeDocument/2006/relationships/tags" Target="../tags/tag454.xml"/><Relationship Id="rId1" Type="http://schemas.openxmlformats.org/officeDocument/2006/relationships/tags" Target="../tags/tag453.xml"/><Relationship Id="rId6" Type="http://schemas.openxmlformats.org/officeDocument/2006/relationships/slideLayout" Target="../slideLayouts/slideLayout26.xml"/><Relationship Id="rId5" Type="http://schemas.openxmlformats.org/officeDocument/2006/relationships/tags" Target="../tags/tag457.xml"/><Relationship Id="rId4" Type="http://schemas.openxmlformats.org/officeDocument/2006/relationships/tags" Target="../tags/tag45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Layout" Target="../slideLayouts/slideLayout25.xml"/><Relationship Id="rId1" Type="http://schemas.openxmlformats.org/officeDocument/2006/relationships/tags" Target="../tags/tag458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tags" Target="../tags/tag461.xml"/><Relationship Id="rId2" Type="http://schemas.openxmlformats.org/officeDocument/2006/relationships/tags" Target="../tags/tag460.xml"/><Relationship Id="rId1" Type="http://schemas.openxmlformats.org/officeDocument/2006/relationships/tags" Target="../tags/tag459.xml"/><Relationship Id="rId4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469.xml"/><Relationship Id="rId3" Type="http://schemas.openxmlformats.org/officeDocument/2006/relationships/tags" Target="../tags/tag464.xml"/><Relationship Id="rId7" Type="http://schemas.openxmlformats.org/officeDocument/2006/relationships/tags" Target="../tags/tag468.xml"/><Relationship Id="rId12" Type="http://schemas.openxmlformats.org/officeDocument/2006/relationships/image" Target="../media/image7.png"/><Relationship Id="rId2" Type="http://schemas.openxmlformats.org/officeDocument/2006/relationships/tags" Target="../tags/tag463.xml"/><Relationship Id="rId1" Type="http://schemas.openxmlformats.org/officeDocument/2006/relationships/tags" Target="../tags/tag462.xml"/><Relationship Id="rId6" Type="http://schemas.openxmlformats.org/officeDocument/2006/relationships/tags" Target="../tags/tag467.xml"/><Relationship Id="rId11" Type="http://schemas.openxmlformats.org/officeDocument/2006/relationships/slideLayout" Target="../slideLayouts/slideLayout23.xml"/><Relationship Id="rId5" Type="http://schemas.openxmlformats.org/officeDocument/2006/relationships/tags" Target="../tags/tag466.xml"/><Relationship Id="rId10" Type="http://schemas.openxmlformats.org/officeDocument/2006/relationships/tags" Target="../tags/tag471.xml"/><Relationship Id="rId4" Type="http://schemas.openxmlformats.org/officeDocument/2006/relationships/tags" Target="../tags/tag465.xml"/><Relationship Id="rId9" Type="http://schemas.openxmlformats.org/officeDocument/2006/relationships/tags" Target="../tags/tag47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tags" Target="../tags/tag474.xml"/><Relationship Id="rId2" Type="http://schemas.openxmlformats.org/officeDocument/2006/relationships/tags" Target="../tags/tag473.xml"/><Relationship Id="rId1" Type="http://schemas.openxmlformats.org/officeDocument/2006/relationships/tags" Target="../tags/tag472.xml"/><Relationship Id="rId4" Type="http://schemas.openxmlformats.org/officeDocument/2006/relationships/slideLayout" Target="../slideLayouts/slideLayout2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tags" Target="../tags/tag477.xml"/><Relationship Id="rId7" Type="http://schemas.openxmlformats.org/officeDocument/2006/relationships/image" Target="../media/image9.jpeg"/><Relationship Id="rId2" Type="http://schemas.openxmlformats.org/officeDocument/2006/relationships/tags" Target="../tags/tag476.xml"/><Relationship Id="rId1" Type="http://schemas.openxmlformats.org/officeDocument/2006/relationships/tags" Target="../tags/tag475.xml"/><Relationship Id="rId6" Type="http://schemas.openxmlformats.org/officeDocument/2006/relationships/image" Target="../media/image8.png"/><Relationship Id="rId5" Type="http://schemas.openxmlformats.org/officeDocument/2006/relationships/slideLayout" Target="../slideLayouts/slideLayout20.xml"/><Relationship Id="rId4" Type="http://schemas.openxmlformats.org/officeDocument/2006/relationships/tags" Target="../tags/tag47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tags" Target="../tags/tag480.xml"/><Relationship Id="rId1" Type="http://schemas.openxmlformats.org/officeDocument/2006/relationships/tags" Target="../tags/tag479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tags" Target="../tags/tag483.xml"/><Relationship Id="rId2" Type="http://schemas.openxmlformats.org/officeDocument/2006/relationships/tags" Target="../tags/tag482.xml"/><Relationship Id="rId1" Type="http://schemas.openxmlformats.org/officeDocument/2006/relationships/tags" Target="../tags/tag481.xml"/><Relationship Id="rId4" Type="http://schemas.openxmlformats.org/officeDocument/2006/relationships/slideLayout" Target="../slideLayouts/slideLayout2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tags" Target="../tags/tag486.xml"/><Relationship Id="rId7" Type="http://schemas.openxmlformats.org/officeDocument/2006/relationships/image" Target="../media/image11.png"/><Relationship Id="rId2" Type="http://schemas.openxmlformats.org/officeDocument/2006/relationships/tags" Target="../tags/tag485.xml"/><Relationship Id="rId1" Type="http://schemas.openxmlformats.org/officeDocument/2006/relationships/tags" Target="../tags/tag484.xml"/><Relationship Id="rId6" Type="http://schemas.openxmlformats.org/officeDocument/2006/relationships/slideLayout" Target="../slideLayouts/slideLayout17.xml"/><Relationship Id="rId5" Type="http://schemas.openxmlformats.org/officeDocument/2006/relationships/tags" Target="../tags/tag488.xml"/><Relationship Id="rId4" Type="http://schemas.openxmlformats.org/officeDocument/2006/relationships/tags" Target="../tags/tag48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3" Type="http://schemas.openxmlformats.org/officeDocument/2006/relationships/tags" Target="../tags/tag491.xml"/><Relationship Id="rId7" Type="http://schemas.openxmlformats.org/officeDocument/2006/relationships/tags" Target="../tags/tag495.xml"/><Relationship Id="rId2" Type="http://schemas.openxmlformats.org/officeDocument/2006/relationships/tags" Target="../tags/tag490.xml"/><Relationship Id="rId1" Type="http://schemas.openxmlformats.org/officeDocument/2006/relationships/tags" Target="../tags/tag489.xml"/><Relationship Id="rId6" Type="http://schemas.openxmlformats.org/officeDocument/2006/relationships/tags" Target="../tags/tag494.xml"/><Relationship Id="rId5" Type="http://schemas.openxmlformats.org/officeDocument/2006/relationships/tags" Target="../tags/tag493.xml"/><Relationship Id="rId4" Type="http://schemas.openxmlformats.org/officeDocument/2006/relationships/tags" Target="../tags/tag492.xml"/><Relationship Id="rId9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tags" Target="../tags/tag498.xml"/><Relationship Id="rId2" Type="http://schemas.openxmlformats.org/officeDocument/2006/relationships/tags" Target="../tags/tag497.xml"/><Relationship Id="rId1" Type="http://schemas.openxmlformats.org/officeDocument/2006/relationships/tags" Target="../tags/tag496.xml"/><Relationship Id="rId4" Type="http://schemas.openxmlformats.org/officeDocument/2006/relationships/slideLayout" Target="../slideLayouts/slideLayout29.xml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media" Target="file:///D:\AI-teacher\zhengjingxuexipingtai\PPT\&#39033;&#30446;&#23637;&#31034;1.mp4" TargetMode="External"/><Relationship Id="rId2" Type="http://schemas.openxmlformats.org/officeDocument/2006/relationships/tags" Target="../tags/tag500.xml"/><Relationship Id="rId1" Type="http://schemas.openxmlformats.org/officeDocument/2006/relationships/tags" Target="../tags/tag499.xml"/><Relationship Id="rId6" Type="http://schemas.openxmlformats.org/officeDocument/2006/relationships/image" Target="../media/image13.png"/><Relationship Id="rId5" Type="http://schemas.openxmlformats.org/officeDocument/2006/relationships/slideLayout" Target="../slideLayouts/slideLayout14.xml"/><Relationship Id="rId4" Type="http://schemas.openxmlformats.org/officeDocument/2006/relationships/video" Target="file:///D:\AI-teacher\zhengjingxuexipingtai\PPT\&#39033;&#30446;&#23637;&#31034;1.mp4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tags" Target="../tags/tag503.xml"/><Relationship Id="rId2" Type="http://schemas.openxmlformats.org/officeDocument/2006/relationships/tags" Target="../tags/tag502.xml"/><Relationship Id="rId1" Type="http://schemas.openxmlformats.org/officeDocument/2006/relationships/tags" Target="../tags/tag501.xml"/><Relationship Id="rId4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>
            <a:spLocks noGrp="1"/>
          </p:cNvSpPr>
          <p:nvPr>
            <p:ph type="ctrTitle" idx="16385"/>
            <p:custDataLst>
              <p:tags r:id="rId2"/>
            </p:custDataLst>
          </p:nvPr>
        </p:nvSpPr>
        <p:spPr>
          <a:xfrm>
            <a:off x="1188577" y="1669447"/>
            <a:ext cx="7264837" cy="974483"/>
          </a:xfrm>
        </p:spPr>
        <p:txBody>
          <a:bodyPr>
            <a:noAutofit/>
          </a:bodyPr>
          <a:lstStyle/>
          <a:p>
            <a:r>
              <a:rPr lang="en-US" altLang="zh-CN"/>
              <a:t>AI </a:t>
            </a:r>
            <a:r>
              <a:rPr lang="zh-CN" altLang="en-US"/>
              <a:t>学习平台</a:t>
            </a:r>
            <a:br>
              <a:rPr lang="zh-CN" altLang="en-US"/>
            </a:br>
            <a:endParaRPr lang="zh-CN" altLang="en-US"/>
          </a:p>
        </p:txBody>
      </p:sp>
      <p:sp>
        <p:nvSpPr>
          <p:cNvPr id="4" name="署名占位符 10"/>
          <p:cNvSpPr>
            <a:spLocks noGrp="1"/>
          </p:cNvSpPr>
          <p:nvPr>
            <p:ph type="body" sz="quarter" idx="16387"/>
            <p:custDataLst>
              <p:tags r:id="rId3"/>
            </p:custDataLst>
          </p:nvPr>
        </p:nvSpPr>
        <p:spPr>
          <a:xfrm>
            <a:off x="7947302" y="3878529"/>
            <a:ext cx="3633053" cy="1038493"/>
          </a:xfrm>
        </p:spPr>
        <p:txBody>
          <a:bodyPr>
            <a:normAutofit fontScale="97500"/>
          </a:bodyPr>
          <a:lstStyle/>
          <a:p>
            <a:r>
              <a:rPr lang="zh-CN" altLang="en-US" dirty="0">
                <a:cs typeface="Arial" panose="020B0604020202020204" pitchFamily="34" charset="0"/>
              </a:rPr>
              <a:t>讲解人：瞿家祺</a:t>
            </a:r>
            <a:endParaRPr lang="en-US" altLang="zh-CN" dirty="0">
              <a:cs typeface="Arial" panose="020B0604020202020204" pitchFamily="34" charset="0"/>
            </a:endParaRPr>
          </a:p>
          <a:p>
            <a:r>
              <a:rPr lang="zh-CN" altLang="en-US" dirty="0">
                <a:cs typeface="Arial" panose="020B0604020202020204" pitchFamily="34" charset="0"/>
              </a:rPr>
              <a:t>团队成员： 张宇杰、瞿家祺、</a:t>
            </a:r>
            <a:r>
              <a:rPr lang="en-US" altLang="zh-CN" dirty="0">
                <a:cs typeface="Arial" panose="020B0604020202020204" pitchFamily="34" charset="0"/>
              </a:rPr>
              <a:t>	     </a:t>
            </a:r>
            <a:r>
              <a:rPr lang="zh-CN" altLang="en-US" dirty="0">
                <a:cs typeface="Arial" panose="020B0604020202020204" pitchFamily="34" charset="0"/>
              </a:rPr>
              <a:t>张津豪、秦文超</a:t>
            </a:r>
            <a:endParaRPr lang="zh-CN" altLang="en-US" dirty="0"/>
          </a:p>
        </p:txBody>
      </p:sp>
      <p:sp>
        <p:nvSpPr>
          <p:cNvPr id="6" name="文本框 5"/>
          <p:cNvSpPr txBox="1"/>
          <p:nvPr userDrawn="1"/>
        </p:nvSpPr>
        <p:spPr>
          <a:xfrm>
            <a:off x="3297913" y="2767144"/>
            <a:ext cx="5596223" cy="554089"/>
          </a:xfrm>
          <a:prstGeom prst="rect">
            <a:avLst/>
          </a:prstGeom>
        </p:spPr>
        <p:txBody>
          <a:bodyPr wrap="square" rtlCol="0">
            <a:noAutofit/>
          </a:bodyPr>
          <a:lstStyle/>
          <a:p>
            <a:r>
              <a:rPr lang="zh-CN" altLang="en-US" sz="3200">
                <a:solidFill>
                  <a:schemeClr val="bg1"/>
                </a:solidFill>
              </a:rPr>
              <a:t>——重塑你的学习体验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副标题 1"/>
          <p:cNvSpPr>
            <a:spLocks noGrp="1"/>
          </p:cNvSpPr>
          <p:nvPr>
            <p:ph type="subTitle" idx="16386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CONTENTS</a:t>
            </a:r>
          </a:p>
        </p:txBody>
      </p:sp>
      <p:sp>
        <p:nvSpPr>
          <p:cNvPr id="3" name="标题 2"/>
          <p:cNvSpPr>
            <a:spLocks noGrp="1"/>
          </p:cNvSpPr>
          <p:nvPr>
            <p:ph type="ctrTitle" idx="16385"/>
            <p:custDataLst>
              <p:tags r:id="rId3"/>
            </p:custDataLst>
          </p:nvPr>
        </p:nvSpPr>
        <p:spPr/>
        <p:txBody>
          <a:bodyPr>
            <a:normAutofit/>
          </a:bodyPr>
          <a:lstStyle/>
          <a:p>
            <a:r>
              <a:rPr lang="zh-CN" altLang="en-US"/>
              <a:t>目录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idx="16388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zh-CN" altLang="en-US"/>
              <a:t>01</a:t>
            </a:r>
          </a:p>
        </p:txBody>
      </p:sp>
      <p:sp>
        <p:nvSpPr>
          <p:cNvPr id="5" name="装饰  3"/>
          <p:cNvSpPr>
            <a:spLocks noGrp="1"/>
          </p:cNvSpPr>
          <p:nvPr>
            <p:ph type="body" idx="16399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zh-CN" altLang="en-US"/>
              <a:t> </a:t>
            </a:r>
          </a:p>
        </p:txBody>
      </p:sp>
      <p:sp>
        <p:nvSpPr>
          <p:cNvPr id="6" name="文本占位符 5"/>
          <p:cNvSpPr>
            <a:spLocks noGrp="1"/>
          </p:cNvSpPr>
          <p:nvPr>
            <p:ph type="body" idx="16387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项目概述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idx="16390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zh-CN" altLang="en-US"/>
              <a:t>02</a:t>
            </a:r>
          </a:p>
        </p:txBody>
      </p:sp>
      <p:sp>
        <p:nvSpPr>
          <p:cNvPr id="8" name="装饰  6"/>
          <p:cNvSpPr>
            <a:spLocks noGrp="1"/>
          </p:cNvSpPr>
          <p:nvPr>
            <p:ph type="body" idx="16400"/>
            <p:custDataLst>
              <p:tags r:id="rId8"/>
            </p:custDataLst>
          </p:nvPr>
        </p:nvSpPr>
        <p:spPr/>
        <p:txBody>
          <a:bodyPr/>
          <a:lstStyle/>
          <a:p>
            <a:r>
              <a:rPr lang="zh-CN" altLang="en-US"/>
              <a:t> 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6389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zh-CN" altLang="en-US"/>
              <a:t>AI教师教学</a:t>
            </a:r>
          </a:p>
        </p:txBody>
      </p:sp>
      <p:sp>
        <p:nvSpPr>
          <p:cNvPr id="10" name="文本占位符 9"/>
          <p:cNvSpPr>
            <a:spLocks noGrp="1"/>
          </p:cNvSpPr>
          <p:nvPr>
            <p:ph type="body" idx="16392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zh-CN" altLang="en-US"/>
              <a:t>03</a:t>
            </a:r>
          </a:p>
        </p:txBody>
      </p:sp>
      <p:sp>
        <p:nvSpPr>
          <p:cNvPr id="11" name="装饰  9"/>
          <p:cNvSpPr>
            <a:spLocks noGrp="1"/>
          </p:cNvSpPr>
          <p:nvPr>
            <p:ph type="body" idx="16401"/>
            <p:custDataLst>
              <p:tags r:id="rId11"/>
            </p:custDataLst>
          </p:nvPr>
        </p:nvSpPr>
        <p:spPr/>
        <p:txBody>
          <a:bodyPr/>
          <a:lstStyle/>
          <a:p>
            <a:r>
              <a:rPr lang="zh-CN" altLang="en-US"/>
              <a:t> </a:t>
            </a:r>
          </a:p>
        </p:txBody>
      </p:sp>
      <p:sp>
        <p:nvSpPr>
          <p:cNvPr id="12" name="文本占位符 11"/>
          <p:cNvSpPr>
            <a:spLocks noGrp="1"/>
          </p:cNvSpPr>
          <p:nvPr>
            <p:ph type="body" idx="16391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zh-CN" altLang="en-US"/>
              <a:t>课堂提问互动</a:t>
            </a:r>
          </a:p>
        </p:txBody>
      </p:sp>
      <p:sp>
        <p:nvSpPr>
          <p:cNvPr id="13" name="文本占位符 12"/>
          <p:cNvSpPr>
            <a:spLocks noGrp="1"/>
          </p:cNvSpPr>
          <p:nvPr>
            <p:ph type="body" idx="16394"/>
            <p:custDataLst>
              <p:tags r:id="rId13"/>
            </p:custDataLst>
          </p:nvPr>
        </p:nvSpPr>
        <p:spPr/>
        <p:txBody>
          <a:bodyPr/>
          <a:lstStyle/>
          <a:p>
            <a:r>
              <a:rPr lang="zh-CN" altLang="en-US"/>
              <a:t>04</a:t>
            </a:r>
          </a:p>
        </p:txBody>
      </p:sp>
      <p:sp>
        <p:nvSpPr>
          <p:cNvPr id="14" name="装饰  2"/>
          <p:cNvSpPr>
            <a:spLocks noGrp="1"/>
          </p:cNvSpPr>
          <p:nvPr>
            <p:ph type="body" idx="16402"/>
            <p:custDataLst>
              <p:tags r:id="rId14"/>
            </p:custDataLst>
          </p:nvPr>
        </p:nvSpPr>
        <p:spPr/>
        <p:txBody>
          <a:bodyPr/>
          <a:lstStyle/>
          <a:p>
            <a:r>
              <a:rPr lang="zh-CN" altLang="en-US"/>
              <a:t> 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93"/>
            <p:custDataLst>
              <p:tags r:id="rId15"/>
            </p:custDataLst>
          </p:nvPr>
        </p:nvSpPr>
        <p:spPr/>
        <p:txBody>
          <a:bodyPr/>
          <a:lstStyle/>
          <a:p>
            <a:r>
              <a:rPr lang="zh-CN" altLang="en-US"/>
              <a:t>课程总结与课后作业</a:t>
            </a:r>
          </a:p>
        </p:txBody>
      </p:sp>
      <p:sp>
        <p:nvSpPr>
          <p:cNvPr id="16" name="文本占位符 15"/>
          <p:cNvSpPr>
            <a:spLocks noGrp="1"/>
          </p:cNvSpPr>
          <p:nvPr>
            <p:ph type="body" idx="16396"/>
            <p:custDataLst>
              <p:tags r:id="rId16"/>
            </p:custDataLst>
          </p:nvPr>
        </p:nvSpPr>
        <p:spPr/>
        <p:txBody>
          <a:bodyPr/>
          <a:lstStyle/>
          <a:p>
            <a:r>
              <a:rPr lang="zh-CN" altLang="en-US"/>
              <a:t>05</a:t>
            </a:r>
          </a:p>
        </p:txBody>
      </p:sp>
      <p:sp>
        <p:nvSpPr>
          <p:cNvPr id="17" name="装饰  5"/>
          <p:cNvSpPr>
            <a:spLocks noGrp="1"/>
          </p:cNvSpPr>
          <p:nvPr>
            <p:ph type="body" idx="16403"/>
            <p:custDataLst>
              <p:tags r:id="rId17"/>
            </p:custDataLst>
          </p:nvPr>
        </p:nvSpPr>
        <p:spPr/>
        <p:txBody>
          <a:bodyPr/>
          <a:lstStyle/>
          <a:p>
            <a:r>
              <a:rPr lang="zh-CN" altLang="en-US"/>
              <a:t> 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95"/>
            <p:custDataLst>
              <p:tags r:id="rId18"/>
            </p:custDataLst>
          </p:nvPr>
        </p:nvSpPr>
        <p:spPr/>
        <p:txBody>
          <a:bodyPr/>
          <a:lstStyle/>
          <a:p>
            <a:r>
              <a:rPr lang="zh-CN" altLang="en-US"/>
              <a:t>课后作业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idx="16398"/>
            <p:custDataLst>
              <p:tags r:id="rId19"/>
            </p:custDataLst>
          </p:nvPr>
        </p:nvSpPr>
        <p:spPr/>
        <p:txBody>
          <a:bodyPr/>
          <a:lstStyle/>
          <a:p>
            <a:r>
              <a:rPr lang="zh-CN" altLang="en-US"/>
              <a:t>06</a:t>
            </a:r>
          </a:p>
        </p:txBody>
      </p:sp>
      <p:sp>
        <p:nvSpPr>
          <p:cNvPr id="20" name="装饰  8"/>
          <p:cNvSpPr>
            <a:spLocks noGrp="1"/>
          </p:cNvSpPr>
          <p:nvPr>
            <p:ph type="body" idx="16404"/>
            <p:custDataLst>
              <p:tags r:id="rId20"/>
            </p:custDataLst>
          </p:nvPr>
        </p:nvSpPr>
        <p:spPr/>
        <p:txBody>
          <a:bodyPr/>
          <a:lstStyle/>
          <a:p>
            <a:r>
              <a:rPr lang="zh-CN" altLang="en-US"/>
              <a:t> </a:t>
            </a:r>
          </a:p>
        </p:txBody>
      </p:sp>
      <p:sp>
        <p:nvSpPr>
          <p:cNvPr id="21" name="文本占位符 20"/>
          <p:cNvSpPr>
            <a:spLocks noGrp="1"/>
          </p:cNvSpPr>
          <p:nvPr>
            <p:ph type="body" idx="16397"/>
            <p:custDataLst>
              <p:tags r:id="rId21"/>
            </p:custDataLst>
          </p:nvPr>
        </p:nvSpPr>
        <p:spPr/>
        <p:txBody>
          <a:bodyPr/>
          <a:lstStyle/>
          <a:p>
            <a:r>
              <a:rPr lang="zh-CN" altLang="en-US"/>
              <a:t>项目展示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16388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项目概述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6389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zh-CN" altLang="en-US"/>
              <a:t>01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2"/>
            </p:custDataLst>
          </p:nvPr>
        </p:nvSpPr>
        <p:spPr>
          <a:xfrm>
            <a:off x="6312793" y="1066812"/>
            <a:ext cx="3757325" cy="609600"/>
          </a:xfrm>
        </p:spPr>
        <p:txBody>
          <a:bodyPr/>
          <a:lstStyle/>
          <a:p>
            <a:r>
              <a:rPr lang="zh-CN" altLang="en-US"/>
              <a:t>学习平台功能概览</a:t>
            </a:r>
          </a:p>
        </p:txBody>
      </p:sp>
      <p:pic>
        <p:nvPicPr>
          <p:cNvPr id="3" name="内容占位符 2" descr="e30fdb93-b3ce-11f0-a8a7-a2cd6d995cf8"/>
          <p:cNvPicPr>
            <a:picLocks noGrp="1" noChangeAspect="1"/>
          </p:cNvPicPr>
          <p:nvPr>
            <p:ph idx="16394"/>
            <p:custDataLst>
              <p:tags r:id="rId3"/>
            </p:custDataLst>
          </p:nvPr>
        </p:nvPicPr>
        <p:blipFill>
          <a:blip r:embed="rId17"/>
          <a:srcRect l="28378"/>
          <a:stretch>
            <a:fillRect/>
          </a:stretch>
        </p:blipFill>
        <p:spPr>
          <a:xfrm>
            <a:off x="609600" y="609600"/>
            <a:ext cx="4038600" cy="5638800"/>
          </a:xfrm>
          <a:custGeom>
            <a:avLst/>
            <a:gdLst>
              <a:gd name="connisteX0" fmla="*/ 0 w 4038600"/>
              <a:gd name="connsiteY0" fmla="*/ 203200 h 5638800"/>
              <a:gd name="connisteX1" fmla="*/ 203200 w 4038600"/>
              <a:gd name="connsiteY1" fmla="*/ 0 h 5638800"/>
              <a:gd name="connisteX2" fmla="*/ 3835400 w 4038600"/>
              <a:gd name="connsiteY2" fmla="*/ 0 h 5638800"/>
              <a:gd name="connisteX3" fmla="*/ 4038600 w 4038600"/>
              <a:gd name="connsiteY3" fmla="*/ 203200 h 5638800"/>
              <a:gd name="connisteX4" fmla="*/ 4038600 w 4038600"/>
              <a:gd name="connsiteY4" fmla="*/ 5435600 h 5638800"/>
              <a:gd name="connisteX5" fmla="*/ 3835400 w 4038600"/>
              <a:gd name="connsiteY5" fmla="*/ 5638800 h 5638800"/>
              <a:gd name="connisteX6" fmla="*/ 203200 w 4038600"/>
              <a:gd name="connsiteY6" fmla="*/ 5638800 h 5638800"/>
              <a:gd name="connisteX7" fmla="*/ 0 w 4038600"/>
              <a:gd name="connsiteY7" fmla="*/ 5435600 h 5638800"/>
              <a:gd name="connisteX8" fmla="*/ 0 w 4038600"/>
              <a:gd name="connsiteY8" fmla="*/ 203200 h 5638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4038600" h="5638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835400" y="0"/>
                </a:lnTo>
                <a:cubicBezTo>
                  <a:pt x="3947624" y="0"/>
                  <a:pt x="4038600" y="90976"/>
                  <a:pt x="4038600" y="203200"/>
                </a:cubicBezTo>
                <a:lnTo>
                  <a:pt x="4038600" y="5435600"/>
                </a:lnTo>
                <a:cubicBezTo>
                  <a:pt x="4038600" y="5547824"/>
                  <a:pt x="3947624" y="5638800"/>
                  <a:pt x="3835400" y="5638800"/>
                </a:cubicBezTo>
                <a:lnTo>
                  <a:pt x="203200" y="5638800"/>
                </a:lnTo>
                <a:cubicBezTo>
                  <a:pt x="90976" y="5638800"/>
                  <a:pt x="0" y="5547824"/>
                  <a:pt x="0" y="5435600"/>
                </a:cubicBezTo>
                <a:lnTo>
                  <a:pt x="0" y="203200"/>
                </a:lnTo>
                <a:close/>
              </a:path>
            </a:pathLst>
          </a:custGeom>
        </p:spPr>
      </p:pic>
      <p:sp>
        <p:nvSpPr>
          <p:cNvPr id="4" name="装饰  2"/>
          <p:cNvSpPr>
            <a:spLocks noGrp="1"/>
          </p:cNvSpPr>
          <p:nvPr>
            <p:ph type="body" idx="16395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zh-CN" altLang="en-US"/>
              <a:t> 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16386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zh-CN" altLang="en-US" dirty="0">
                <a:cs typeface="Arial" panose="020B0604020202020204" pitchFamily="34" charset="0"/>
              </a:rPr>
              <a:t>两大课程学习</a:t>
            </a:r>
            <a:endParaRPr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idx="16387"/>
            <p:custDataLst>
              <p:tags r:id="rId6"/>
            </p:custDataLst>
          </p:nvPr>
        </p:nvSpPr>
        <p:spPr>
          <a:xfrm>
            <a:off x="5410156" y="2336812"/>
            <a:ext cx="2781300" cy="1219200"/>
          </a:xfrm>
        </p:spPr>
        <p:txBody>
          <a:bodyPr/>
          <a:lstStyle/>
          <a:p>
            <a:r>
              <a:rPr lang="zh-CN" altLang="en-US" dirty="0">
                <a:solidFill>
                  <a:schemeClr val="tx1"/>
                </a:solidFill>
              </a:rPr>
              <a:t>AI</a:t>
            </a:r>
            <a:r>
              <a:rPr lang="zh-CN" altLang="en-US" dirty="0">
                <a:solidFill>
                  <a:schemeClr val="tx1"/>
                </a:solidFill>
                <a:cs typeface="Arial" panose="020B0604020202020204" pitchFamily="34" charset="0"/>
              </a:rPr>
              <a:t>学习平台将神经网络</a:t>
            </a:r>
            <a:r>
              <a:rPr lang="zh-CN" altLang="en-US" dirty="0">
                <a:cs typeface="Arial" panose="020B0604020202020204" pitchFamily="34" charset="0"/>
              </a:rPr>
              <a:t>和</a:t>
            </a:r>
            <a:r>
              <a:rPr lang="zh-CN" altLang="en-US" dirty="0">
                <a:solidFill>
                  <a:schemeClr val="tx1"/>
                </a:solidFill>
                <a:cs typeface="Arial" panose="020B0604020202020204" pitchFamily="34" charset="0"/>
              </a:rPr>
              <a:t>深度学习的</a:t>
            </a:r>
            <a:r>
              <a:rPr lang="zh-CN" altLang="en-US" dirty="0">
                <a:cs typeface="Arial" panose="020B0604020202020204" pitchFamily="34" charset="0"/>
              </a:rPr>
              <a:t>知识</a:t>
            </a:r>
            <a:r>
              <a:rPr lang="zh-CN" altLang="en-US" dirty="0">
                <a:solidFill>
                  <a:schemeClr val="tx1"/>
                </a:solidFill>
                <a:cs typeface="Arial" panose="020B0604020202020204" pitchFamily="34" charset="0"/>
              </a:rPr>
              <a:t>以文字、图片、语音、视频</a:t>
            </a:r>
            <a:r>
              <a:rPr lang="zh-CN" altLang="en-US" dirty="0">
                <a:cs typeface="Arial" panose="020B0604020202020204" pitchFamily="34" charset="0"/>
              </a:rPr>
              <a:t>等</a:t>
            </a:r>
            <a:r>
              <a:rPr lang="zh-CN" altLang="en-US" dirty="0">
                <a:solidFill>
                  <a:schemeClr val="tx1"/>
                </a:solidFill>
                <a:cs typeface="Arial" panose="020B0604020202020204" pitchFamily="34" charset="0"/>
              </a:rPr>
              <a:t>形式进行讲解，将知识生动地传授给</a:t>
            </a:r>
            <a:r>
              <a:rPr lang="zh-CN" altLang="en-US" dirty="0">
                <a:cs typeface="Arial" panose="020B0604020202020204" pitchFamily="34" charset="0"/>
              </a:rPr>
              <a:t>用户</a:t>
            </a:r>
            <a:r>
              <a:rPr lang="zh-CN" altLang="en-US" dirty="0">
                <a:solidFill>
                  <a:schemeClr val="tx1"/>
                </a:solidFill>
                <a:cs typeface="Arial" panose="020B0604020202020204" pitchFamily="34" charset="0"/>
              </a:rPr>
              <a:t>。</a:t>
            </a:r>
            <a:endParaRPr lang="zh-CN" altLang="en-US" dirty="0">
              <a:cs typeface="Arial" panose="020B0604020202020204" pitchFamily="34" charset="0"/>
            </a:endParaRPr>
          </a:p>
        </p:txBody>
      </p:sp>
      <p:sp>
        <p:nvSpPr>
          <p:cNvPr id="7" name="装饰  5"/>
          <p:cNvSpPr>
            <a:spLocks noGrp="1"/>
          </p:cNvSpPr>
          <p:nvPr>
            <p:ph type="body" idx="16396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zh-CN" altLang="en-US"/>
              <a:t> </a:t>
            </a:r>
          </a:p>
        </p:txBody>
      </p:sp>
      <p:sp>
        <p:nvSpPr>
          <p:cNvPr id="8" name="文本占位符 7"/>
          <p:cNvSpPr>
            <a:spLocks noGrp="1"/>
          </p:cNvSpPr>
          <p:nvPr>
            <p:ph type="body" idx="16388"/>
            <p:custDataLst>
              <p:tags r:id="rId8"/>
            </p:custDataLst>
          </p:nvPr>
        </p:nvSpPr>
        <p:spPr/>
        <p:txBody>
          <a:bodyPr/>
          <a:lstStyle/>
          <a:p>
            <a:r>
              <a:rPr lang="zh-CN" altLang="en-US"/>
              <a:t>课堂</a:t>
            </a:r>
            <a:r>
              <a:rPr lang="zh-CN" altLang="en-US">
                <a:cs typeface="Arial" panose="020B0604020202020204" pitchFamily="34" charset="0"/>
              </a:rPr>
              <a:t>互动提问</a:t>
            </a:r>
            <a:endParaRPr lang="zh-CN" altLang="en-US"/>
          </a:p>
        </p:txBody>
      </p:sp>
      <p:sp>
        <p:nvSpPr>
          <p:cNvPr id="9" name="文本占位符 8"/>
          <p:cNvSpPr>
            <a:spLocks noGrp="1"/>
          </p:cNvSpPr>
          <p:nvPr>
            <p:ph type="body" idx="16389"/>
            <p:custDataLst>
              <p:tags r:id="rId9"/>
            </p:custDataLst>
          </p:nvPr>
        </p:nvSpPr>
        <p:spPr>
          <a:xfrm>
            <a:off x="8801100" y="2336800"/>
            <a:ext cx="2781300" cy="1219200"/>
          </a:xfrm>
        </p:spPr>
        <p:txBody>
          <a:bodyPr/>
          <a:lstStyle/>
          <a:p>
            <a:r>
              <a:rPr lang="zh-CN" altLang="en-US" dirty="0"/>
              <a:t>学习过程中穿插提问环节，对学生的回答进行记录评价，用于生成学习报告。</a:t>
            </a:r>
          </a:p>
        </p:txBody>
      </p:sp>
      <p:sp>
        <p:nvSpPr>
          <p:cNvPr id="10" name="装饰  8"/>
          <p:cNvSpPr>
            <a:spLocks noGrp="1"/>
          </p:cNvSpPr>
          <p:nvPr>
            <p:ph type="body" idx="1639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zh-CN" altLang="en-US"/>
              <a:t> </a:t>
            </a:r>
          </a:p>
        </p:txBody>
      </p:sp>
      <p:sp>
        <p:nvSpPr>
          <p:cNvPr id="11" name="文本占位符 10"/>
          <p:cNvSpPr>
            <a:spLocks noGrp="1"/>
          </p:cNvSpPr>
          <p:nvPr>
            <p:ph type="body" idx="16390"/>
            <p:custDataLst>
              <p:tags r:id="rId11"/>
            </p:custDataLst>
          </p:nvPr>
        </p:nvSpPr>
        <p:spPr/>
        <p:txBody>
          <a:bodyPr/>
          <a:lstStyle/>
          <a:p>
            <a:r>
              <a:rPr lang="zh-CN" altLang="en-US" dirty="0"/>
              <a:t>进度跟踪与反馈</a:t>
            </a:r>
          </a:p>
        </p:txBody>
      </p:sp>
      <p:sp>
        <p:nvSpPr>
          <p:cNvPr id="12" name="文本占位符 11"/>
          <p:cNvSpPr>
            <a:spLocks noGrp="1"/>
          </p:cNvSpPr>
          <p:nvPr>
            <p:ph type="body" idx="16391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zh-CN" altLang="en-US" dirty="0"/>
              <a:t>AI学习平台能够跟踪学生的学习进度，提供详细的学情分析，并生成全面的学习报告。</a:t>
            </a:r>
          </a:p>
        </p:txBody>
      </p:sp>
      <p:sp>
        <p:nvSpPr>
          <p:cNvPr id="13" name="装饰  1"/>
          <p:cNvSpPr>
            <a:spLocks noGrp="1"/>
          </p:cNvSpPr>
          <p:nvPr>
            <p:ph type="body" idx="16398"/>
            <p:custDataLst>
              <p:tags r:id="rId13"/>
            </p:custDataLst>
          </p:nvPr>
        </p:nvSpPr>
        <p:spPr/>
        <p:txBody>
          <a:bodyPr/>
          <a:lstStyle/>
          <a:p>
            <a:r>
              <a:rPr lang="zh-CN" altLang="en-US"/>
              <a:t> 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92"/>
            <p:custDataLst>
              <p:tags r:id="rId14"/>
            </p:custDataLst>
          </p:nvPr>
        </p:nvSpPr>
        <p:spPr/>
        <p:txBody>
          <a:bodyPr/>
          <a:lstStyle/>
          <a:p>
            <a:r>
              <a:rPr lang="zh-CN" altLang="en-US"/>
              <a:t>课后作业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93"/>
            <p:custDataLst>
              <p:tags r:id="rId15"/>
            </p:custDataLst>
          </p:nvPr>
        </p:nvSpPr>
        <p:spPr/>
        <p:txBody>
          <a:bodyPr/>
          <a:lstStyle/>
          <a:p>
            <a:r>
              <a:rPr lang="zh-CN" altLang="en-US" dirty="0">
                <a:solidFill>
                  <a:schemeClr val="tx1"/>
                </a:solidFill>
                <a:cs typeface="Arial" panose="020B0604020202020204" pitchFamily="34" charset="0"/>
              </a:rPr>
              <a:t>完成任意一项课程后，布置有关的编程题，通过网页上传后，由</a:t>
            </a:r>
            <a:r>
              <a:rPr lang="en-US" altLang="zh-CN" dirty="0">
                <a:solidFill>
                  <a:schemeClr val="tx1"/>
                </a:solidFill>
                <a:cs typeface="Arial" panose="020B0604020202020204" pitchFamily="34" charset="0"/>
              </a:rPr>
              <a:t>AI</a:t>
            </a:r>
            <a:r>
              <a:rPr lang="zh-CN" altLang="en-US" dirty="0">
                <a:solidFill>
                  <a:schemeClr val="tx1"/>
                </a:solidFill>
                <a:cs typeface="Arial" panose="020B0604020202020204" pitchFamily="34" charset="0"/>
              </a:rPr>
              <a:t>教师批改并评分。</a:t>
            </a:r>
            <a:endParaRPr lang="zh-CN" altLang="en-US" dirty="0">
              <a:cs typeface="Arial" panose="020B0604020202020204" pitchFamily="34" charset="0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582D65-8ABA-A2CC-EEB2-DCCBCFF3699E}"/>
              </a:ext>
            </a:extLst>
          </p:cNvPr>
          <p:cNvSpPr>
            <a:spLocks noGrp="1"/>
          </p:cNvSpPr>
          <p:nvPr>
            <p:ph type="ctrTitle" idx="16385"/>
          </p:nvPr>
        </p:nvSpPr>
        <p:spPr>
          <a:xfrm>
            <a:off x="5257800" y="787400"/>
            <a:ext cx="6324600" cy="609600"/>
          </a:xfrm>
        </p:spPr>
        <p:txBody>
          <a:bodyPr>
            <a:normAutofit fontScale="90000"/>
          </a:bodyPr>
          <a:lstStyle/>
          <a:p>
            <a:r>
              <a:rPr lang="zh-CN" altLang="en-US" b="1" dirty="0"/>
              <a:t>团队分工和成员贡献</a:t>
            </a:r>
            <a:br>
              <a:rPr lang="zh-CN" altLang="en-US" dirty="0"/>
            </a:br>
            <a:endParaRPr lang="zh-CN" altLang="en-US" dirty="0"/>
          </a:p>
        </p:txBody>
      </p:sp>
      <p:pic>
        <p:nvPicPr>
          <p:cNvPr id="19" name="内容占位符 18" descr="桌旁的人">
            <a:extLst>
              <a:ext uri="{FF2B5EF4-FFF2-40B4-BE49-F238E27FC236}">
                <a16:creationId xmlns:a16="http://schemas.microsoft.com/office/drawing/2014/main" id="{44DF2F7E-662F-4E3B-FAC9-0DDCC62DA540}"/>
              </a:ext>
            </a:extLst>
          </p:cNvPr>
          <p:cNvPicPr>
            <a:picLocks noGrp="1" noChangeAspect="1"/>
          </p:cNvPicPr>
          <p:nvPr>
            <p:ph idx="1639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-141190" y="1986287"/>
            <a:ext cx="5129461" cy="2885428"/>
          </a:xfrm>
        </p:spPr>
      </p:pic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3B767DC-50E9-A43E-30C0-9B0F771997EB}"/>
              </a:ext>
            </a:extLst>
          </p:cNvPr>
          <p:cNvSpPr>
            <a:spLocks noGrp="1"/>
          </p:cNvSpPr>
          <p:nvPr>
            <p:ph type="body" idx="16395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CD54F8F-F10C-4153-1FD8-CD7712AA937D}"/>
              </a:ext>
            </a:extLst>
          </p:cNvPr>
          <p:cNvSpPr>
            <a:spLocks noGrp="1"/>
          </p:cNvSpPr>
          <p:nvPr>
            <p:ph type="body" idx="16386"/>
          </p:nvPr>
        </p:nvSpPr>
        <p:spPr/>
        <p:txBody>
          <a:bodyPr/>
          <a:lstStyle/>
          <a:p>
            <a:r>
              <a:rPr lang="zh-CN" altLang="en-US" dirty="0"/>
              <a:t>组长：张宇杰</a:t>
            </a:r>
          </a:p>
          <a:p>
            <a:endParaRPr lang="zh-CN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85D48A39-B005-2399-5A7A-EA0CA3EC5339}"/>
              </a:ext>
            </a:extLst>
          </p:cNvPr>
          <p:cNvSpPr>
            <a:spLocks noGrp="1"/>
          </p:cNvSpPr>
          <p:nvPr>
            <p:ph type="body" idx="16387"/>
          </p:nvPr>
        </p:nvSpPr>
        <p:spPr/>
        <p:txBody>
          <a:bodyPr>
            <a:normAutofit fontScale="92500" lnSpcReduction="20000"/>
          </a:bodyPr>
          <a:lstStyle/>
          <a:p>
            <a:r>
              <a:rPr lang="zh-CN" altLang="en-US" sz="2000" dirty="0"/>
              <a:t>主导技术选型</a:t>
            </a:r>
            <a:endParaRPr lang="en-US" altLang="zh-CN" sz="2000" dirty="0"/>
          </a:p>
          <a:p>
            <a:r>
              <a:rPr lang="zh-CN" altLang="en-US" sz="2000" dirty="0"/>
              <a:t>设计基本框架</a:t>
            </a:r>
            <a:endParaRPr lang="en-US" altLang="zh-CN" sz="2000" dirty="0"/>
          </a:p>
          <a:p>
            <a:r>
              <a:rPr lang="zh-CN" altLang="en-US" sz="2000" dirty="0"/>
              <a:t>丰富后端功能</a:t>
            </a:r>
            <a:endParaRPr lang="en-US" altLang="zh-CN" sz="2000" dirty="0"/>
          </a:p>
          <a:p>
            <a:r>
              <a:rPr lang="zh-CN" altLang="en-US" sz="2000" dirty="0"/>
              <a:t>提供技术支持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218731D-8B19-F4B1-604C-308A34921D5E}"/>
              </a:ext>
            </a:extLst>
          </p:cNvPr>
          <p:cNvSpPr>
            <a:spLocks noGrp="1"/>
          </p:cNvSpPr>
          <p:nvPr>
            <p:ph type="body" idx="16396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8" name="文本占位符 7">
            <a:extLst>
              <a:ext uri="{FF2B5EF4-FFF2-40B4-BE49-F238E27FC236}">
                <a16:creationId xmlns:a16="http://schemas.microsoft.com/office/drawing/2014/main" id="{133ECD03-A74E-0390-0121-BD5FC7E6DB0E}"/>
              </a:ext>
            </a:extLst>
          </p:cNvPr>
          <p:cNvSpPr>
            <a:spLocks noGrp="1"/>
          </p:cNvSpPr>
          <p:nvPr>
            <p:ph type="body" idx="16388"/>
          </p:nvPr>
        </p:nvSpPr>
        <p:spPr/>
        <p:txBody>
          <a:bodyPr/>
          <a:lstStyle/>
          <a:p>
            <a:r>
              <a:rPr lang="zh-CN" altLang="en-US" dirty="0"/>
              <a:t>队员：瞿家祺</a:t>
            </a:r>
          </a:p>
          <a:p>
            <a:endParaRPr lang="zh-CN" altLang="en-US" dirty="0"/>
          </a:p>
        </p:txBody>
      </p:sp>
      <p:sp>
        <p:nvSpPr>
          <p:cNvPr id="9" name="文本占位符 8">
            <a:extLst>
              <a:ext uri="{FF2B5EF4-FFF2-40B4-BE49-F238E27FC236}">
                <a16:creationId xmlns:a16="http://schemas.microsoft.com/office/drawing/2014/main" id="{49037284-ACCB-DF70-16B3-8D378C92469D}"/>
              </a:ext>
            </a:extLst>
          </p:cNvPr>
          <p:cNvSpPr>
            <a:spLocks noGrp="1"/>
          </p:cNvSpPr>
          <p:nvPr>
            <p:ph type="body" idx="16389"/>
          </p:nvPr>
        </p:nvSpPr>
        <p:spPr/>
        <p:txBody>
          <a:bodyPr>
            <a:normAutofit fontScale="92500" lnSpcReduction="20000"/>
          </a:bodyPr>
          <a:lstStyle/>
          <a:p>
            <a:r>
              <a:rPr lang="zh-CN" altLang="en-US" sz="2000" dirty="0"/>
              <a:t>构思产品功能</a:t>
            </a:r>
            <a:endParaRPr lang="en-US" altLang="zh-CN" sz="2000" dirty="0"/>
          </a:p>
          <a:p>
            <a:r>
              <a:rPr lang="zh-CN" altLang="en-US" sz="2000" dirty="0"/>
              <a:t>撰写课程剧本</a:t>
            </a:r>
            <a:endParaRPr lang="en-US" altLang="zh-CN" sz="2000" dirty="0"/>
          </a:p>
          <a:p>
            <a:r>
              <a:rPr lang="zh-CN" altLang="en-US" sz="2000" dirty="0"/>
              <a:t>开发语音播报</a:t>
            </a:r>
            <a:endParaRPr lang="en-US" altLang="zh-CN" sz="2000" dirty="0"/>
          </a:p>
          <a:p>
            <a:r>
              <a:rPr lang="zh-CN" altLang="en-US" sz="2000" dirty="0"/>
              <a:t>负责参加答辩</a:t>
            </a:r>
          </a:p>
        </p:txBody>
      </p:sp>
      <p:sp>
        <p:nvSpPr>
          <p:cNvPr id="10" name="文本占位符 9">
            <a:extLst>
              <a:ext uri="{FF2B5EF4-FFF2-40B4-BE49-F238E27FC236}">
                <a16:creationId xmlns:a16="http://schemas.microsoft.com/office/drawing/2014/main" id="{6EA9CDCB-43DF-827E-CBFD-D4AC2F36867C}"/>
              </a:ext>
            </a:extLst>
          </p:cNvPr>
          <p:cNvSpPr>
            <a:spLocks noGrp="1"/>
          </p:cNvSpPr>
          <p:nvPr>
            <p:ph type="body" idx="16397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1" name="文本占位符 10">
            <a:extLst>
              <a:ext uri="{FF2B5EF4-FFF2-40B4-BE49-F238E27FC236}">
                <a16:creationId xmlns:a16="http://schemas.microsoft.com/office/drawing/2014/main" id="{1937DBC5-4D49-43A7-9298-E19529F7D469}"/>
              </a:ext>
            </a:extLst>
          </p:cNvPr>
          <p:cNvSpPr>
            <a:spLocks noGrp="1"/>
          </p:cNvSpPr>
          <p:nvPr>
            <p:ph type="body" idx="16390"/>
          </p:nvPr>
        </p:nvSpPr>
        <p:spPr/>
        <p:txBody>
          <a:bodyPr/>
          <a:lstStyle/>
          <a:p>
            <a:r>
              <a:rPr lang="zh-CN" altLang="en-US" dirty="0"/>
              <a:t>队员：张津豪</a:t>
            </a:r>
          </a:p>
          <a:p>
            <a:endParaRPr lang="zh-CN" altLang="en-US" dirty="0"/>
          </a:p>
        </p:txBody>
      </p:sp>
      <p:sp>
        <p:nvSpPr>
          <p:cNvPr id="12" name="文本占位符 11">
            <a:extLst>
              <a:ext uri="{FF2B5EF4-FFF2-40B4-BE49-F238E27FC236}">
                <a16:creationId xmlns:a16="http://schemas.microsoft.com/office/drawing/2014/main" id="{FC164467-DC31-4DD5-38B1-141316F5C20D}"/>
              </a:ext>
            </a:extLst>
          </p:cNvPr>
          <p:cNvSpPr>
            <a:spLocks noGrp="1"/>
          </p:cNvSpPr>
          <p:nvPr>
            <p:ph type="body" idx="16391"/>
          </p:nvPr>
        </p:nvSpPr>
        <p:spPr/>
        <p:txBody>
          <a:bodyPr>
            <a:noAutofit/>
          </a:bodyPr>
          <a:lstStyle/>
          <a:p>
            <a:pPr>
              <a:lnSpc>
                <a:spcPct val="105000"/>
              </a:lnSpc>
            </a:pPr>
            <a:r>
              <a:rPr lang="zh-CN" altLang="en-US" sz="1900" dirty="0"/>
              <a:t>参与系统测试</a:t>
            </a:r>
            <a:endParaRPr lang="en-US" altLang="zh-CN" sz="1900" dirty="0"/>
          </a:p>
          <a:p>
            <a:pPr>
              <a:lnSpc>
                <a:spcPct val="105000"/>
              </a:lnSpc>
            </a:pPr>
            <a:r>
              <a:rPr lang="zh-CN" altLang="en-US" sz="1900" dirty="0"/>
              <a:t>设计教师形象</a:t>
            </a:r>
            <a:endParaRPr lang="en-US" altLang="zh-CN" sz="1900" dirty="0"/>
          </a:p>
          <a:p>
            <a:pPr>
              <a:lnSpc>
                <a:spcPct val="105000"/>
              </a:lnSpc>
            </a:pPr>
            <a:r>
              <a:rPr lang="zh-CN" altLang="en-US" sz="1900" dirty="0"/>
              <a:t>丰富视觉效果</a:t>
            </a:r>
            <a:endParaRPr lang="en-US" altLang="zh-CN" sz="1900" dirty="0"/>
          </a:p>
          <a:p>
            <a:pPr>
              <a:lnSpc>
                <a:spcPct val="105000"/>
              </a:lnSpc>
            </a:pPr>
            <a:r>
              <a:rPr lang="zh-CN" altLang="en-US" sz="1900" dirty="0"/>
              <a:t>设计汇报</a:t>
            </a:r>
            <a:r>
              <a:rPr lang="en-US" altLang="zh-CN" sz="1900" dirty="0"/>
              <a:t>PPT</a:t>
            </a:r>
            <a:endParaRPr lang="zh-CN" altLang="en-US" sz="1900" dirty="0"/>
          </a:p>
        </p:txBody>
      </p:sp>
      <p:sp>
        <p:nvSpPr>
          <p:cNvPr id="13" name="文本占位符 12">
            <a:extLst>
              <a:ext uri="{FF2B5EF4-FFF2-40B4-BE49-F238E27FC236}">
                <a16:creationId xmlns:a16="http://schemas.microsoft.com/office/drawing/2014/main" id="{80700051-7CC5-508D-21EA-5647807CF819}"/>
              </a:ext>
            </a:extLst>
          </p:cNvPr>
          <p:cNvSpPr>
            <a:spLocks noGrp="1"/>
          </p:cNvSpPr>
          <p:nvPr>
            <p:ph type="body" idx="16398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4" name="文本占位符 13">
            <a:extLst>
              <a:ext uri="{FF2B5EF4-FFF2-40B4-BE49-F238E27FC236}">
                <a16:creationId xmlns:a16="http://schemas.microsoft.com/office/drawing/2014/main" id="{3B559C41-02E8-53DA-6B8A-95964EB2D424}"/>
              </a:ext>
            </a:extLst>
          </p:cNvPr>
          <p:cNvSpPr>
            <a:spLocks noGrp="1"/>
          </p:cNvSpPr>
          <p:nvPr>
            <p:ph type="body" idx="16392"/>
          </p:nvPr>
        </p:nvSpPr>
        <p:spPr/>
        <p:txBody>
          <a:bodyPr/>
          <a:lstStyle/>
          <a:p>
            <a:r>
              <a:rPr lang="zh-CN" altLang="en-US" dirty="0"/>
              <a:t>队员：秦文超</a:t>
            </a:r>
          </a:p>
          <a:p>
            <a:endParaRPr lang="zh-CN" altLang="en-US" dirty="0"/>
          </a:p>
        </p:txBody>
      </p:sp>
      <p:sp>
        <p:nvSpPr>
          <p:cNvPr id="15" name="文本占位符 14">
            <a:extLst>
              <a:ext uri="{FF2B5EF4-FFF2-40B4-BE49-F238E27FC236}">
                <a16:creationId xmlns:a16="http://schemas.microsoft.com/office/drawing/2014/main" id="{CE846866-EB94-5350-F120-9A3B34270C12}"/>
              </a:ext>
            </a:extLst>
          </p:cNvPr>
          <p:cNvSpPr>
            <a:spLocks noGrp="1"/>
          </p:cNvSpPr>
          <p:nvPr>
            <p:ph type="body" idx="16393"/>
          </p:nvPr>
        </p:nvSpPr>
        <p:spPr>
          <a:xfrm>
            <a:off x="8801100" y="4622801"/>
            <a:ext cx="2781300" cy="1219200"/>
          </a:xfrm>
        </p:spPr>
        <p:txBody>
          <a:bodyPr>
            <a:noAutofit/>
          </a:bodyPr>
          <a:lstStyle/>
          <a:p>
            <a:pPr>
              <a:lnSpc>
                <a:spcPct val="105000"/>
              </a:lnSpc>
            </a:pPr>
            <a:r>
              <a:rPr lang="zh-CN" altLang="en-US" sz="1900" dirty="0"/>
              <a:t>参与系统测试</a:t>
            </a:r>
            <a:endParaRPr lang="en-US" altLang="zh-CN" sz="1900" dirty="0"/>
          </a:p>
          <a:p>
            <a:pPr>
              <a:lnSpc>
                <a:spcPct val="105000"/>
              </a:lnSpc>
            </a:pPr>
            <a:r>
              <a:rPr lang="zh-CN" altLang="en-US" sz="1900" dirty="0"/>
              <a:t>推动视觉优化</a:t>
            </a:r>
            <a:endParaRPr lang="en-US" altLang="zh-CN" sz="1900" dirty="0"/>
          </a:p>
          <a:p>
            <a:pPr>
              <a:lnSpc>
                <a:spcPct val="105000"/>
              </a:lnSpc>
            </a:pPr>
            <a:r>
              <a:rPr lang="zh-CN" altLang="en-US" sz="1900" dirty="0"/>
              <a:t>优化前端体验</a:t>
            </a:r>
            <a:endParaRPr lang="en-US" altLang="zh-CN" sz="1900" dirty="0"/>
          </a:p>
          <a:p>
            <a:pPr>
              <a:lnSpc>
                <a:spcPct val="105000"/>
              </a:lnSpc>
            </a:pPr>
            <a:r>
              <a:rPr lang="zh-CN" altLang="en-US" sz="1900" dirty="0"/>
              <a:t>撰写课程报告</a:t>
            </a:r>
          </a:p>
          <a:p>
            <a:endParaRPr lang="zh-CN" altLang="en-US" sz="1900" dirty="0"/>
          </a:p>
        </p:txBody>
      </p:sp>
    </p:spTree>
    <p:extLst>
      <p:ext uri="{BB962C8B-B14F-4D97-AF65-F5344CB8AC3E}">
        <p14:creationId xmlns:p14="http://schemas.microsoft.com/office/powerpoint/2010/main" val="16127652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16388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AI教师教学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6389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zh-CN" altLang="en-US"/>
              <a:t>02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装饰  1"/>
          <p:cNvSpPr>
            <a:spLocks noGrp="1"/>
          </p:cNvSpPr>
          <p:nvPr>
            <p:ph type="body" idx="16392"/>
            <p:custDataLst>
              <p:tags r:id="rId2"/>
            </p:custDataLst>
          </p:nvPr>
        </p:nvSpPr>
        <p:spPr>
          <a:xfrm>
            <a:off x="8128000" y="1313180"/>
            <a:ext cx="3454400" cy="2387600"/>
          </a:xfrm>
        </p:spPr>
        <p:txBody>
          <a:bodyPr/>
          <a:lstStyle/>
          <a:p>
            <a:r>
              <a:rPr lang="zh-CN" altLang="en-US" dirty="0"/>
              <a:t> 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6388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zh-CN" altLang="en-US"/>
              <a:t>互动式学习体验</a:t>
            </a:r>
          </a:p>
        </p:txBody>
      </p:sp>
      <p:sp>
        <p:nvSpPr>
          <p:cNvPr id="11" name="装饰  9"/>
          <p:cNvSpPr>
            <a:spLocks noGrp="1"/>
          </p:cNvSpPr>
          <p:nvPr>
            <p:ph type="body" idx="16396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zh-CN" altLang="en-US" dirty="0"/>
              <a:t> 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91"/>
            <p:custDataLst>
              <p:tags r:id="rId5"/>
            </p:custDataLst>
          </p:nvPr>
        </p:nvSpPr>
        <p:spPr>
          <a:xfrm>
            <a:off x="8545194" y="4521200"/>
            <a:ext cx="2732406" cy="1524000"/>
          </a:xfrm>
        </p:spPr>
        <p:txBody>
          <a:bodyPr/>
          <a:lstStyle/>
          <a:p>
            <a:r>
              <a:rPr lang="zh-CN" altLang="en-US" dirty="0"/>
              <a:t>按照右侧“课程大纲”，及时记录答题情况并跟踪学习进度，进而生成全面的学习报告。</a:t>
            </a:r>
          </a:p>
        </p:txBody>
      </p:sp>
      <p:pic>
        <p:nvPicPr>
          <p:cNvPr id="16" name="图片 15" descr="屏幕截图 2025-10-28 15450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4438" y="1000212"/>
            <a:ext cx="7160895" cy="5401135"/>
          </a:xfrm>
          <a:prstGeom prst="rect">
            <a:avLst/>
          </a:prstGeom>
        </p:spPr>
      </p:pic>
      <p:sp>
        <p:nvSpPr>
          <p:cNvPr id="23" name="文本框 22"/>
          <p:cNvSpPr txBox="1"/>
          <p:nvPr/>
        </p:nvSpPr>
        <p:spPr>
          <a:xfrm>
            <a:off x="8545195" y="1965325"/>
            <a:ext cx="27330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/>
              <a:t>左下角为教师形象，点击右下角“朗读课程”，</a:t>
            </a:r>
            <a:r>
              <a:rPr lang="en-US" altLang="zh-CN" sz="1600" dirty="0"/>
              <a:t>AI</a:t>
            </a:r>
            <a:r>
              <a:rPr lang="zh-CN" altLang="en-US" sz="1600" dirty="0"/>
              <a:t>教师开始朗读文本。过程中，穿插视频讲解和互动提问。若有疑问，可点击左侧标签，向</a:t>
            </a:r>
            <a:r>
              <a:rPr lang="en-US" altLang="zh-CN" sz="1600" dirty="0"/>
              <a:t>AI</a:t>
            </a:r>
            <a:r>
              <a:rPr lang="zh-CN" altLang="en-US" sz="1600" dirty="0"/>
              <a:t>教师提问。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557FF39-97FB-4C75-28B7-E8D3E1A7A089}"/>
              </a:ext>
            </a:extLst>
          </p:cNvPr>
          <p:cNvSpPr/>
          <p:nvPr/>
        </p:nvSpPr>
        <p:spPr>
          <a:xfrm>
            <a:off x="8228686" y="1380550"/>
            <a:ext cx="3048914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8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AI</a:t>
            </a:r>
            <a:r>
              <a:rPr lang="zh-CN" altLang="en-US" sz="28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教师授课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A99345E-B682-7AB3-D463-0545692CAE7A}"/>
              </a:ext>
            </a:extLst>
          </p:cNvPr>
          <p:cNvSpPr/>
          <p:nvPr/>
        </p:nvSpPr>
        <p:spPr>
          <a:xfrm>
            <a:off x="7837428" y="3924107"/>
            <a:ext cx="3997067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CN" altLang="en-US" sz="2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智能跟踪学情</a:t>
            </a:r>
            <a:endParaRPr lang="zh-CN" altLang="en-US" sz="2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F8062DB-D7B7-47F8-4D2E-FBA555ED696F}"/>
              </a:ext>
            </a:extLst>
          </p:cNvPr>
          <p:cNvSpPr/>
          <p:nvPr/>
        </p:nvSpPr>
        <p:spPr>
          <a:xfrm>
            <a:off x="3940333" y="255657"/>
            <a:ext cx="4288353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4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课程</a:t>
            </a:r>
            <a:r>
              <a:rPr lang="zh-CN" altLang="en-US" sz="40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页面功能概述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图片 20" descr="屏幕截图 2025-10-28 16010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025" y="1069340"/>
            <a:ext cx="5443855" cy="5006975"/>
          </a:xfrm>
          <a:prstGeom prst="rect">
            <a:avLst/>
          </a:prstGeom>
        </p:spPr>
      </p:pic>
      <p:pic>
        <p:nvPicPr>
          <p:cNvPr id="22" name="图片 21" descr="屏幕截图 2025-10-28 15450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740" y="1155274"/>
            <a:ext cx="5292725" cy="493268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850C2048-69AD-AE3C-5932-CFD00E04DCEC}"/>
              </a:ext>
            </a:extLst>
          </p:cNvPr>
          <p:cNvSpPr/>
          <p:nvPr/>
        </p:nvSpPr>
        <p:spPr>
          <a:xfrm>
            <a:off x="2872592" y="248684"/>
            <a:ext cx="6446815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CN" altLang="en-US" sz="4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课程内容总览</a:t>
            </a:r>
            <a:endParaRPr lang="zh-CN" altLang="en-US" sz="40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accent5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16388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课堂提问互动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6389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zh-CN" altLang="en-US"/>
              <a:t>03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装饰  2"/>
          <p:cNvSpPr>
            <a:spLocks noGrp="1"/>
          </p:cNvSpPr>
          <p:nvPr>
            <p:ph type="body" idx="16393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 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16386"/>
            <p:custDataLst>
              <p:tags r:id="rId3"/>
            </p:custDataLst>
          </p:nvPr>
        </p:nvSpPr>
        <p:spPr>
          <a:xfrm>
            <a:off x="762000" y="2286000"/>
            <a:ext cx="2063707" cy="406400"/>
          </a:xfrm>
        </p:spPr>
        <p:txBody>
          <a:bodyPr/>
          <a:lstStyle/>
          <a:p>
            <a:r>
              <a:rPr lang="zh-CN" altLang="en-US" dirty="0"/>
              <a:t>提问形式</a:t>
            </a:r>
          </a:p>
        </p:txBody>
      </p:sp>
      <p:sp>
        <p:nvSpPr>
          <p:cNvPr id="6" name="文本占位符 5"/>
          <p:cNvSpPr>
            <a:spLocks noGrp="1"/>
          </p:cNvSpPr>
          <p:nvPr>
            <p:ph type="body" idx="16387"/>
            <p:custDataLst>
              <p:tags r:id="rId4"/>
            </p:custDataLst>
          </p:nvPr>
        </p:nvSpPr>
        <p:spPr>
          <a:xfrm>
            <a:off x="762000" y="2794000"/>
            <a:ext cx="3526790" cy="609600"/>
          </a:xfrm>
        </p:spPr>
        <p:txBody>
          <a:bodyPr>
            <a:normAutofit fontScale="92500"/>
          </a:bodyPr>
          <a:lstStyle/>
          <a:p>
            <a:r>
              <a:rPr lang="zh-CN" altLang="en-US" dirty="0"/>
              <a:t>在学习过程中穿插互动提问，既有知识回溯、加深记忆，又有内容前瞻、提升兴趣。</a:t>
            </a:r>
          </a:p>
        </p:txBody>
      </p:sp>
      <p:sp>
        <p:nvSpPr>
          <p:cNvPr id="7" name="装饰  5"/>
          <p:cNvSpPr>
            <a:spLocks noGrp="1"/>
          </p:cNvSpPr>
          <p:nvPr>
            <p:ph type="body" idx="16394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zh-CN" altLang="en-US"/>
              <a:t> </a:t>
            </a:r>
          </a:p>
        </p:txBody>
      </p:sp>
      <p:sp>
        <p:nvSpPr>
          <p:cNvPr id="8" name="文本占位符 7"/>
          <p:cNvSpPr>
            <a:spLocks noGrp="1"/>
          </p:cNvSpPr>
          <p:nvPr>
            <p:ph type="body" idx="16388"/>
            <p:custDataLst>
              <p:tags r:id="rId6"/>
            </p:custDataLst>
          </p:nvPr>
        </p:nvSpPr>
        <p:spPr>
          <a:xfrm>
            <a:off x="762000" y="3708400"/>
            <a:ext cx="2530113" cy="406400"/>
          </a:xfrm>
        </p:spPr>
        <p:txBody>
          <a:bodyPr/>
          <a:lstStyle/>
          <a:p>
            <a:r>
              <a:rPr lang="zh-CN" altLang="en-US" dirty="0"/>
              <a:t>回答方式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6389"/>
            <p:custDataLst>
              <p:tags r:id="rId7"/>
            </p:custDataLst>
          </p:nvPr>
        </p:nvSpPr>
        <p:spPr>
          <a:xfrm>
            <a:off x="762000" y="4216400"/>
            <a:ext cx="3527425" cy="628015"/>
          </a:xfrm>
        </p:spPr>
        <p:txBody>
          <a:bodyPr>
            <a:noAutofit/>
          </a:bodyPr>
          <a:lstStyle/>
          <a:p>
            <a:r>
              <a:rPr lang="zh-CN" altLang="en-US" sz="1500" dirty="0"/>
              <a:t>以选择题的形式作答，既可以为用户提供思路引领，还能提高参与度并方便作答。</a:t>
            </a:r>
          </a:p>
        </p:txBody>
      </p:sp>
      <p:sp>
        <p:nvSpPr>
          <p:cNvPr id="10" name="装饰  8"/>
          <p:cNvSpPr>
            <a:spLocks noGrp="1"/>
          </p:cNvSpPr>
          <p:nvPr>
            <p:ph type="body" idx="16395"/>
            <p:custDataLst>
              <p:tags r:id="rId8"/>
            </p:custDataLst>
          </p:nvPr>
        </p:nvSpPr>
        <p:spPr/>
        <p:txBody>
          <a:bodyPr/>
          <a:lstStyle/>
          <a:p>
            <a:r>
              <a:rPr lang="zh-CN" altLang="en-US"/>
              <a:t> </a:t>
            </a:r>
          </a:p>
        </p:txBody>
      </p:sp>
      <p:sp>
        <p:nvSpPr>
          <p:cNvPr id="11" name="文本占位符 10"/>
          <p:cNvSpPr>
            <a:spLocks noGrp="1"/>
          </p:cNvSpPr>
          <p:nvPr>
            <p:ph type="body" idx="16390"/>
            <p:custDataLst>
              <p:tags r:id="rId9"/>
            </p:custDataLst>
          </p:nvPr>
        </p:nvSpPr>
        <p:spPr>
          <a:xfrm>
            <a:off x="762000" y="5130800"/>
            <a:ext cx="2616030" cy="406400"/>
          </a:xfrm>
        </p:spPr>
        <p:txBody>
          <a:bodyPr/>
          <a:lstStyle/>
          <a:p>
            <a:r>
              <a:rPr lang="zh-CN" altLang="en-US" dirty="0"/>
              <a:t>评价机制</a:t>
            </a:r>
          </a:p>
        </p:txBody>
      </p:sp>
      <p:sp>
        <p:nvSpPr>
          <p:cNvPr id="12" name="文本占位符 11"/>
          <p:cNvSpPr>
            <a:spLocks noGrp="1"/>
          </p:cNvSpPr>
          <p:nvPr>
            <p:ph type="body" idx="16391"/>
            <p:custDataLst>
              <p:tags r:id="rId10"/>
            </p:custDataLst>
          </p:nvPr>
        </p:nvSpPr>
        <p:spPr>
          <a:xfrm>
            <a:off x="762000" y="5638800"/>
            <a:ext cx="3527425" cy="609600"/>
          </a:xfrm>
        </p:spPr>
        <p:txBody>
          <a:bodyPr>
            <a:normAutofit/>
          </a:bodyPr>
          <a:lstStyle/>
          <a:p>
            <a:r>
              <a:rPr lang="zh-CN" altLang="en-US" sz="1500" dirty="0"/>
              <a:t>设置选项反馈系统，根据做题情况提供即时反馈，并对用户学习情况进行总结。</a:t>
            </a:r>
          </a:p>
        </p:txBody>
      </p:sp>
      <p:pic>
        <p:nvPicPr>
          <p:cNvPr id="13" name="图片 12" descr="屏幕截图 2025-10-28 155431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88155" y="804545"/>
            <a:ext cx="7849870" cy="5760085"/>
          </a:xfrm>
          <a:prstGeom prst="rect">
            <a:avLst/>
          </a:prstGeom>
        </p:spPr>
      </p:pic>
      <p:sp>
        <p:nvSpPr>
          <p:cNvPr id="15" name="矩形 14">
            <a:extLst>
              <a:ext uri="{FF2B5EF4-FFF2-40B4-BE49-F238E27FC236}">
                <a16:creationId xmlns:a16="http://schemas.microsoft.com/office/drawing/2014/main" id="{3A82EEEC-5183-8D8A-6F96-8700FAB51644}"/>
              </a:ext>
            </a:extLst>
          </p:cNvPr>
          <p:cNvSpPr/>
          <p:nvPr/>
        </p:nvSpPr>
        <p:spPr>
          <a:xfrm>
            <a:off x="332926" y="810616"/>
            <a:ext cx="3734300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CN" alt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互动提问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16388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课程总结与学习报告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6389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zh-CN" altLang="en-US"/>
              <a:t>04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/>
          <p:cNvSpPr>
            <a:spLocks noGrp="1"/>
          </p:cNvSpPr>
          <p:nvPr>
            <p:ph type="body" idx="16387"/>
            <p:custDataLst>
              <p:tags r:id="rId2"/>
            </p:custDataLst>
          </p:nvPr>
        </p:nvSpPr>
        <p:spPr>
          <a:xfrm>
            <a:off x="6581148" y="1985665"/>
            <a:ext cx="2286691" cy="609600"/>
          </a:xfrm>
        </p:spPr>
        <p:txBody>
          <a:bodyPr/>
          <a:lstStyle/>
          <a:p>
            <a:r>
              <a:rPr lang="zh-CN" altLang="en-US" dirty="0"/>
              <a:t>展示当前课程的学习进度，提醒用户及时查缺补漏。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idx="16389"/>
            <p:custDataLst>
              <p:tags r:id="rId3"/>
            </p:custDataLst>
          </p:nvPr>
        </p:nvSpPr>
        <p:spPr>
          <a:xfrm>
            <a:off x="6581147" y="3482876"/>
            <a:ext cx="2286691" cy="609600"/>
          </a:xfrm>
        </p:spPr>
        <p:txBody>
          <a:bodyPr/>
          <a:lstStyle/>
          <a:p>
            <a:r>
              <a:rPr lang="zh-CN" altLang="en-US" dirty="0"/>
              <a:t>对课程中的互动题解答情况进行展示。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6391"/>
            <p:custDataLst>
              <p:tags r:id="rId4"/>
            </p:custDataLst>
          </p:nvPr>
        </p:nvSpPr>
        <p:spPr>
          <a:xfrm>
            <a:off x="6581146" y="5056814"/>
            <a:ext cx="2286691" cy="609600"/>
          </a:xfrm>
        </p:spPr>
        <p:txBody>
          <a:bodyPr/>
          <a:lstStyle/>
          <a:p>
            <a:r>
              <a:rPr lang="zh-CN" altLang="en-US" dirty="0"/>
              <a:t>提供互动题正确答案与相关解析以便用户复习。</a:t>
            </a:r>
          </a:p>
        </p:txBody>
      </p:sp>
      <p:pic>
        <p:nvPicPr>
          <p:cNvPr id="10" name="图片 9" descr="屏幕截图 2025-10-28 16074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5925" y="1143000"/>
            <a:ext cx="5767705" cy="5147945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2BE5E5C4-8055-D320-C3C5-3ACB197671C2}"/>
              </a:ext>
            </a:extLst>
          </p:cNvPr>
          <p:cNvSpPr/>
          <p:nvPr/>
        </p:nvSpPr>
        <p:spPr>
          <a:xfrm>
            <a:off x="415925" y="435114"/>
            <a:ext cx="2236510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40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课程总结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589BD68-8803-7CAA-8E1C-7D37BB91EDD2}"/>
              </a:ext>
            </a:extLst>
          </p:cNvPr>
          <p:cNvSpPr/>
          <p:nvPr/>
        </p:nvSpPr>
        <p:spPr>
          <a:xfrm>
            <a:off x="6448869" y="1426865"/>
            <a:ext cx="2031325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2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学习进度展示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B7F2051-19E2-133E-A99B-5C3B7FAD8FF5}"/>
              </a:ext>
            </a:extLst>
          </p:cNvPr>
          <p:cNvSpPr/>
          <p:nvPr/>
        </p:nvSpPr>
        <p:spPr>
          <a:xfrm>
            <a:off x="6448869" y="2912070"/>
            <a:ext cx="1723550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2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互动题评价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AD2B210-279C-BCA8-3B8A-93B20ED59C5E}"/>
              </a:ext>
            </a:extLst>
          </p:cNvPr>
          <p:cNvSpPr/>
          <p:nvPr/>
        </p:nvSpPr>
        <p:spPr>
          <a:xfrm>
            <a:off x="6448869" y="4397276"/>
            <a:ext cx="264687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2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互动题答案和解析</a:t>
            </a:r>
          </a:p>
        </p:txBody>
      </p:sp>
      <p:pic>
        <p:nvPicPr>
          <p:cNvPr id="23" name="图片 22" descr="白色背景上涂料颜色爆炸">
            <a:extLst>
              <a:ext uri="{FF2B5EF4-FFF2-40B4-BE49-F238E27FC236}">
                <a16:creationId xmlns:a16="http://schemas.microsoft.com/office/drawing/2014/main" id="{1D84224C-AEDE-1AE0-E498-2D5F0E9D9B19}"/>
              </a:ext>
            </a:extLst>
          </p:cNvPr>
          <p:cNvPicPr>
            <a:picLocks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482" b="14088"/>
          <a:stretch>
            <a:fillRect/>
          </a:stretch>
        </p:blipFill>
        <p:spPr>
          <a:xfrm>
            <a:off x="9276456" y="1878399"/>
            <a:ext cx="2915544" cy="3677146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图片 21" descr="屏幕截图 2025-10-28 1613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670" y="1137920"/>
            <a:ext cx="9735820" cy="5229860"/>
          </a:xfrm>
          <a:prstGeom prst="rect">
            <a:avLst/>
          </a:prstGeom>
        </p:spPr>
      </p:pic>
      <p:sp>
        <p:nvSpPr>
          <p:cNvPr id="24" name="文本占位符 23"/>
          <p:cNvSpPr>
            <a:spLocks noGrp="1"/>
          </p:cNvSpPr>
          <p:nvPr>
            <p:ph type="body" idx="16390"/>
            <p:custDataLst>
              <p:tags r:id="rId2"/>
            </p:custDataLst>
          </p:nvPr>
        </p:nvSpPr>
        <p:spPr>
          <a:xfrm>
            <a:off x="2851810" y="490647"/>
            <a:ext cx="5388610" cy="406400"/>
          </a:xfrm>
        </p:spPr>
        <p:txBody>
          <a:bodyPr>
            <a:noAutofit/>
          </a:bodyPr>
          <a:lstStyle/>
          <a:p>
            <a:r>
              <a:rPr lang="en-US" altLang="zh-CN" sz="2300" b="1" dirty="0"/>
              <a:t>——</a:t>
            </a:r>
            <a:r>
              <a:rPr lang="zh-CN" altLang="en-US" sz="2300" b="1" dirty="0"/>
              <a:t>对全部课程的学习情况进行总结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5EF2A0E-B78B-002F-B4F8-316710AF1E80}"/>
              </a:ext>
            </a:extLst>
          </p:cNvPr>
          <p:cNvSpPr/>
          <p:nvPr/>
        </p:nvSpPr>
        <p:spPr>
          <a:xfrm>
            <a:off x="788670" y="189161"/>
            <a:ext cx="2236510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40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学习报告</a:t>
            </a:r>
            <a:endParaRPr lang="zh-CN" altLang="en-US" sz="4000" b="1" cap="none" spc="0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16388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 dirty="0"/>
              <a:t>课后作业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6389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zh-CN" altLang="en-US"/>
              <a:t>05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/>
          <p:cNvSpPr>
            <a:spLocks noGrp="1"/>
          </p:cNvSpPr>
          <p:nvPr>
            <p:ph type="body" idx="16386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任务完成度评分</a:t>
            </a:r>
          </a:p>
        </p:txBody>
      </p:sp>
      <p:sp>
        <p:nvSpPr>
          <p:cNvPr id="6" name="文本占位符 5"/>
          <p:cNvSpPr>
            <a:spLocks noGrp="1"/>
          </p:cNvSpPr>
          <p:nvPr>
            <p:ph type="body" idx="16387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zh-CN" altLang="en-US"/>
              <a:t>根据用户完成指定任务的程度，系统自动计算得分，确保评分的公正性。</a:t>
            </a:r>
          </a:p>
        </p:txBody>
      </p:sp>
      <p:sp>
        <p:nvSpPr>
          <p:cNvPr id="13" name="文本占位符 12"/>
          <p:cNvSpPr>
            <a:spLocks noGrp="1"/>
          </p:cNvSpPr>
          <p:nvPr>
            <p:ph type="body" idx="16390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zh-CN" altLang="en-US"/>
              <a:t>学习进步评分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91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zh-CN" altLang="en-US"/>
              <a:t>通过对比用户前后学习成果，系统评估学习进步，给予相应的分数奖励。</a:t>
            </a:r>
          </a:p>
        </p:txBody>
      </p:sp>
      <p:pic>
        <p:nvPicPr>
          <p:cNvPr id="15" name="图片 14" descr="屏幕截图 2025-10-28 16302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3475" y="1031875"/>
            <a:ext cx="10018395" cy="5377180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590C2FFF-2A56-F9C6-D5F1-F039788ABD0B}"/>
              </a:ext>
            </a:extLst>
          </p:cNvPr>
          <p:cNvSpPr/>
          <p:nvPr/>
        </p:nvSpPr>
        <p:spPr>
          <a:xfrm>
            <a:off x="1133475" y="294700"/>
            <a:ext cx="7672995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CN" altLang="en-US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课后作业（</a:t>
            </a:r>
            <a:r>
              <a:rPr lang="en-US" altLang="zh-CN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1</a:t>
            </a:r>
            <a:r>
              <a:rPr lang="zh-CN" altLang="en-US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）</a:t>
            </a:r>
            <a:r>
              <a:rPr lang="en-US" altLang="zh-CN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——	</a:t>
            </a:r>
            <a:r>
              <a:rPr lang="zh-CN" altLang="en-US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泰坦尼克号生存预测</a:t>
            </a:r>
            <a:endParaRPr lang="zh-CN" altLang="en-US" sz="32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accent5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/>
          <p:cNvSpPr>
            <a:spLocks noGrp="1"/>
          </p:cNvSpPr>
          <p:nvPr>
            <p:ph type="body" idx="16386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个性化学习报告</a:t>
            </a:r>
          </a:p>
        </p:txBody>
      </p:sp>
      <p:sp>
        <p:nvSpPr>
          <p:cNvPr id="6" name="文本占位符 5"/>
          <p:cNvSpPr>
            <a:spLocks noGrp="1"/>
          </p:cNvSpPr>
          <p:nvPr>
            <p:ph type="body" idx="16387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zh-CN" altLang="en-US"/>
              <a:t>根据学生的学习数据生成个性化报告，提供针对性的学习建议和改进方向。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6388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zh-CN" altLang="en-US"/>
              <a:t>实时进度追踪</a:t>
            </a:r>
          </a:p>
        </p:txBody>
      </p:sp>
      <p:sp>
        <p:nvSpPr>
          <p:cNvPr id="10" name="文本占位符 9"/>
          <p:cNvSpPr>
            <a:spLocks noGrp="1"/>
          </p:cNvSpPr>
          <p:nvPr>
            <p:ph type="body" idx="16389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zh-CN" altLang="en-US"/>
              <a:t>通过AI学习助手实时追踪学习进度，帮助学生和教师了解掌握情况。</a:t>
            </a:r>
          </a:p>
        </p:txBody>
      </p:sp>
      <p:sp>
        <p:nvSpPr>
          <p:cNvPr id="13" name="文本占位符 12"/>
          <p:cNvSpPr>
            <a:spLocks noGrp="1"/>
          </p:cNvSpPr>
          <p:nvPr>
            <p:ph type="body" idx="16390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智能反馈机制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91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zh-CN" altLang="en-US"/>
              <a:t>AI学习助手根据学生的答题情况，提供即时反馈和错误分析，助力学习效率提升。</a:t>
            </a:r>
          </a:p>
        </p:txBody>
      </p:sp>
      <p:pic>
        <p:nvPicPr>
          <p:cNvPr id="3" name="图片 2" descr="屏幕截图 2025-10-28 163148">
            <a:extLst>
              <a:ext uri="{FF2B5EF4-FFF2-40B4-BE49-F238E27FC236}">
                <a16:creationId xmlns:a16="http://schemas.microsoft.com/office/drawing/2014/main" id="{E3276851-2B86-1DA9-B6E3-38BDD4F967D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7700" y="1151262"/>
            <a:ext cx="10024170" cy="5257793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57D30015-3FCF-E241-FA98-A1ACDFB85F87}"/>
              </a:ext>
            </a:extLst>
          </p:cNvPr>
          <p:cNvSpPr/>
          <p:nvPr/>
        </p:nvSpPr>
        <p:spPr>
          <a:xfrm>
            <a:off x="1127700" y="414087"/>
            <a:ext cx="7672995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CN" altLang="en-US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课后作业（</a:t>
            </a:r>
            <a:r>
              <a:rPr lang="en-US" altLang="zh-CN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2</a:t>
            </a:r>
            <a:r>
              <a:rPr lang="zh-CN" altLang="en-US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）</a:t>
            </a:r>
            <a:r>
              <a:rPr lang="en-US" altLang="zh-CN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——	</a:t>
            </a:r>
            <a:r>
              <a:rPr lang="zh-CN" altLang="en-US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红酒质量预测（回归）</a:t>
            </a:r>
            <a:endParaRPr lang="zh-CN" altLang="en-US" sz="32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accent5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16388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 dirty="0"/>
              <a:t>项目视频展示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6389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zh-CN" altLang="en-US"/>
              <a:t>06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2"/>
            </p:custDataLst>
          </p:nvPr>
        </p:nvSpPr>
        <p:spPr>
          <a:xfrm>
            <a:off x="558165" y="207010"/>
            <a:ext cx="10972800" cy="609600"/>
          </a:xfrm>
        </p:spPr>
        <p:txBody>
          <a:bodyPr/>
          <a:lstStyle/>
          <a:p>
            <a:r>
              <a:rPr lang="zh-CN" altLang="en-US"/>
              <a:t>视频展示</a:t>
            </a:r>
          </a:p>
        </p:txBody>
      </p:sp>
      <p:pic>
        <p:nvPicPr>
          <p:cNvPr id="4" name="项目展示1">
            <a:hlinkClick r:id="" action="ppaction://media"/>
          </p:cNvPr>
          <p:cNvPicPr/>
          <p:nvPr>
            <a:videoFile r:link="rId4"/>
            <p:extLst>
              <p:ext uri="{DAA4B4D4-6D71-4841-9C94-3DE7FCFB9230}">
                <p14:media xmlns:p14="http://schemas.microsoft.com/office/powerpoint/2010/main" r:link="rId3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207770" y="869950"/>
            <a:ext cx="10072370" cy="521525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  <p:timing>
    <p:tnLst>
      <p:par>
        <p:cTn id="1" dur="indefinite" restart="never" nodeType="tmRoot">
          <p:childTnLst>
            <p:video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9"/>
          <p:cNvSpPr>
            <a:spLocks noGrp="1"/>
          </p:cNvSpPr>
          <p:nvPr>
            <p:ph type="body" idx="16386"/>
            <p:custDataLst>
              <p:tags r:id="rId2"/>
            </p:custDataLst>
          </p:nvPr>
        </p:nvSpPr>
        <p:spPr>
          <a:xfrm>
            <a:off x="931847" y="3429000"/>
            <a:ext cx="5449358" cy="457200"/>
          </a:xfrm>
        </p:spPr>
        <p:txBody>
          <a:bodyPr/>
          <a:lstStyle/>
          <a:p>
            <a:r>
              <a:rPr lang="zh-CN" altLang="en-US" dirty="0"/>
              <a:t>THE END</a:t>
            </a:r>
          </a:p>
        </p:txBody>
      </p:sp>
      <p:sp>
        <p:nvSpPr>
          <p:cNvPr id="3" name="标题 1"/>
          <p:cNvSpPr>
            <a:spLocks noGrp="1"/>
          </p:cNvSpPr>
          <p:nvPr>
            <p:ph type="ctrTitle" idx="16385"/>
            <p:custDataLst>
              <p:tags r:id="rId3"/>
            </p:custDataLst>
          </p:nvPr>
        </p:nvSpPr>
        <p:spPr>
          <a:xfrm>
            <a:off x="930083" y="3949615"/>
            <a:ext cx="5451122" cy="1016000"/>
          </a:xfrm>
        </p:spPr>
        <p:txBody>
          <a:bodyPr>
            <a:normAutofit/>
          </a:bodyPr>
          <a:lstStyle/>
          <a:p>
            <a:r>
              <a:rPr lang="zh-CN" altLang="en-US" dirty="0"/>
              <a:t>谢谢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AITEMPLATE_STYLE_ID" val="69796634318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0*i*1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0*i*2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0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0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0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f"/>
  <p:tag name="KSO_WM_UNIT_INDEX" val="1"/>
  <p:tag name="KSO_WM_UNIT_ID" val="_0*f*1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a"/>
  <p:tag name="KSO_WM_UNIT_INDEX" val="1"/>
  <p:tag name="KSO_WM_UNIT_ID" val="_0*a*1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SUBCATEGORY" val="29"/>
  <p:tag name="KSO_WM_BEAUTIFY_FLAG" val="#wm#"/>
  <p:tag name="KSO_WM_TEMPLATE_SLIDE_ID" val="slide_d799d37ec7ee1a76"/>
  <p:tag name="KSO_WM_TEMPLATE_THUMBS_INDEX" val="1、9"/>
  <p:tag name="KSO_WM_TEMPLATE_INDEX" val="40481071"/>
  <p:tag name="KSO_WM_TEMPLATE_CATEGORY" val="custom"/>
  <p:tag name="KSO_WM_TEMPLATE_MASTER_TYPE" val="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7"/>
  <p:tag name="KSO_WM_BEAUTIFY_FLAG" val="#wm#"/>
  <p:tag name="KSO_WM_TAG_VERSION" val="3.0"/>
  <p:tag name="LAYOUTZORDER" val="2"/>
  <p:tag name="KSO_WM_UNIT_ID" val="_11*i*7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1"/>
  <p:tag name="KSO_WM_BEAUTIFY_FLAG" val="#wm#"/>
  <p:tag name="KSO_WM_TAG_VERSION" val="3.0"/>
  <p:tag name="LAYOUTZORDER" val="3"/>
  <p:tag name="KSO_WM_UNIT_ID" val="_11*i*1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3"/>
  <p:tag name="KSO_WM_BEAUTIFY_FLAG" val="#wm#"/>
  <p:tag name="KSO_WM_TAG_VERSION" val="3.0"/>
  <p:tag name="LAYOUTZORDER" val="4"/>
  <p:tag name="KSO_WM_UNIT_ID" val="_11*i*3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2"/>
  <p:tag name="KSO_WM_BEAUTIFY_FLAG" val="#wm#"/>
  <p:tag name="KSO_WM_TAG_VERSION" val="3.0"/>
  <p:tag name="LAYOUTZORDER" val="12"/>
  <p:tag name="KSO_WM_UNIT_ID" val="_11*i*2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FIGMA_FLAG" val="#fgm#"/>
  <p:tag name="KSO_WM_UNIT_INDEX" val="1"/>
  <p:tag name="KSO_WM_UNIT_TEXT_TYPE" val="1"/>
  <p:tag name="KSO_WM_UNIT_TYPE" val="b"/>
  <p:tag name="KSO_WM_UNIT_ID" val="_11*b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a"/>
  <p:tag name="KSO_WM_BEAUTIFY_FLAG" val="#wm#"/>
  <p:tag name="KSO_WM_FIGMA_FLAG" val="#fgm#"/>
  <p:tag name="KSO_WM_UNIT_INDEX" val="1"/>
  <p:tag name="KSO_WM_UNIT_TEXT_TYPE" val="1"/>
  <p:tag name="KSO_WM_LAYOUT_CHECK_HASH" val="e2df125973510e1f60e96e6661379dcd91c26d53"/>
  <p:tag name="KSO_WM_NEWLAYOUT_ID" val="70"/>
  <p:tag name="KSO_WM_UNIT_ID" val="_11*a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86afe214b66e3d61f43369b841fdd988ed262c74"/>
  <p:tag name="KSO_WM_NEWLAYOUT_GROUP_ID" val="layout_59"/>
  <p:tag name="KSO_WM_NEWLAYOUT_ID" val="slide_20c1f52a92422207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5d5e5965102b779a5f1c30e207f261897c8ccc8f"/>
  <p:tag name="KSO_WM_NEWLAYOUT_GROUP_ID" val="layout_42"/>
  <p:tag name="KSO_WM_NEWLAYOUT_ID" val="slide_91d35521429d196c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4397527fe3e047aef73261a47c6daa6e4eb26c00"/>
  <p:tag name="KSO_WM_NEWLAYOUT_GROUP_ID" val="layout_38"/>
  <p:tag name="KSO_WM_NEWLAYOUT_ID" val="slide_f7b9aa46f714e91f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4_1"/>
  <p:tag name="KSO_WM_UNIT_TYPE" val="l_h_i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d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a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f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f64297b80ab7ba2dcf291c1595ca31928fe37da3"/>
  <p:tag name="KSO_WM_NEWLAYOUT_GROUP_ID" val="layout_51"/>
  <p:tag name="KSO_WM_NEWLAYOUT_ID" val="slide_a7e39da085e081a1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9751a6adee4acbfe7aa92c5fcd612a4aca4be95d"/>
  <p:tag name="KSO_WM_NEWLAYOUT_GROUP_ID" val="layout_57"/>
  <p:tag name="KSO_WM_NEWLAYOUT_ID" val="slide_26021527a696b8ba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7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7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7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ed512d69fb9b1f0fa5dd44a97b3bbe9c27e7e4aa"/>
  <p:tag name="KSO_WM_NEWLAYOUT_GROUP_ID" val="layout_2"/>
  <p:tag name="KSO_WM_NEWLAYOUT_ID" val="slide_d665d6f003d2fe82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7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7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e600cbab05658009b7a300696a9e9281cb7a830a"/>
  <p:tag name="KSO_WM_NEWLAYOUT_GROUP_ID" val="layout_32"/>
  <p:tag name="KSO_WM_NEWLAYOUT_ID" val="slide_ee318beb7ae1e4ff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6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2"/>
  <p:tag name="KSO_WM_UNIT_TYPE" val="l_h_i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7"/>
  <p:tag name="$PH_EXT" val="1"/>
  <p:tag name="KSO_WM_BEAUTIFY_FLAG" val="#fgm#"/>
  <p:tag name="KSO_WM_DIAGRAM_GROUP_CODE" val="1"/>
  <p:tag name="KSO_WM_FIGMA_FLAG" val="#fgm#"/>
  <p:tag name="KSO_WM_UNIT_INDEX" val="1_1_1"/>
  <p:tag name="KSO_WM_UNIT_TYPE" val="l_h_x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7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2"/>
  <p:tag name="KSO_WM_UNIT_TYPE" val="l_h_i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2"/>
  <p:tag name="$PH_EXT" val="1"/>
  <p:tag name="KSO_WM_BEAUTIFY_FLAG" val="#fgm#"/>
  <p:tag name="KSO_WM_DIAGRAM_GROUP_CODE" val="1"/>
  <p:tag name="KSO_WM_FIGMA_FLAG" val="#fgm#"/>
  <p:tag name="KSO_WM_UNIT_INDEX" val="1_2_1"/>
  <p:tag name="KSO_WM_UNIT_TYPE" val="l_h_x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6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2"/>
  <p:tag name="KSO_WM_UNIT_TYPE" val="l_h_i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9"/>
  <p:tag name="$PH_EXT" val="1"/>
  <p:tag name="KSO_WM_BEAUTIFY_FLAG" val="#fgm#"/>
  <p:tag name="KSO_WM_DIAGRAM_GROUP_CODE" val="1"/>
  <p:tag name="KSO_WM_FIGMA_FLAG" val="#fgm#"/>
  <p:tag name="KSO_WM_UNIT_INDEX" val="1_3_1"/>
  <p:tag name="KSO_WM_UNIT_TYPE" val="l_h_x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b90982842a5de4af0a150455dcba23c6ba62c70f"/>
  <p:tag name="KSO_WM_NEWLAYOUT_GROUP_ID" val="layout_39"/>
  <p:tag name="KSO_WM_NEWLAYOUT_ID" val="slide_865fe7baa74391ac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"/>
  <p:tag name="$PH_EXT" val="1"/>
  <p:tag name="KSO_WM_BEAUTIFY_FLAG" val="#fgm#"/>
  <p:tag name="KSO_WM_DIAGRAM_GROUP_CODE" val="1"/>
  <p:tag name="KSO_WM_FIGMA_FLAG" val="#fgm#"/>
  <p:tag name="KSO_WM_UNIT_INDEX" val="1_1_1"/>
  <p:tag name="KSO_WM_UNIT_TYPE" val="l_h_x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2"/>
  <p:tag name="$PH_EXT" val="1"/>
  <p:tag name="KSO_WM_BEAUTIFY_FLAG" val="#fgm#"/>
  <p:tag name="KSO_WM_DIAGRAM_GROUP_CODE" val="1"/>
  <p:tag name="KSO_WM_FIGMA_FLAG" val="#fgm#"/>
  <p:tag name="KSO_WM_UNIT_INDEX" val="1_2_1"/>
  <p:tag name="KSO_WM_UNIT_TYPE" val="l_h_x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3"/>
  <p:tag name="$PH_EXT" val="1"/>
  <p:tag name="KSO_WM_BEAUTIFY_FLAG" val="#fgm#"/>
  <p:tag name="KSO_WM_DIAGRAM_GROUP_CODE" val="1"/>
  <p:tag name="KSO_WM_FIGMA_FLAG" val="#fgm#"/>
  <p:tag name="KSO_WM_UNIT_INDEX" val="1_3_1"/>
  <p:tag name="KSO_WM_UNIT_TYPE" val="l_h_x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c34d638686d8865a3efffce28ed5d362400ca781"/>
  <p:tag name="KSO_WM_NEWLAYOUT_GROUP_ID" val="layout_10012"/>
  <p:tag name="KSO_WM_NEWLAYOUT_ID" val="slide_1b601487e8903dfa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e628c6b46c11caeef2f52545a3acb7a7a8f88fde"/>
  <p:tag name="KSO_WM_NEWLAYOUT_GROUP_ID" val="layout_31"/>
  <p:tag name="KSO_WM_NEWLAYOUT_ID" val="slide_ea14bcc1890a96c2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ab1fd57d80ad725fb2fd03adcb6bd1a5dbd1fa49"/>
  <p:tag name="KSO_WM_NEWLAYOUT_GROUP_ID" val="layout_3"/>
  <p:tag name="KSO_WM_NEWLAYOUT_ID" val="slide_d7ef104844e7994a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6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7"/>
  <p:tag name="$PH_EXT" val="1"/>
  <p:tag name="KSO_WM_BEAUTIFY_FLAG" val="#fgm#"/>
  <p:tag name="KSO_WM_DIAGRAM_GROUP_CODE" val="1"/>
  <p:tag name="KSO_WM_FIGMA_FLAG" val="#fgm#"/>
  <p:tag name="KSO_WM_UNIT_INDEX" val="1_1_1"/>
  <p:tag name="KSO_WM_UNIT_TYPE" val="l_h_x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6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8"/>
  <p:tag name="$PH_EXT" val="1"/>
  <p:tag name="KSO_WM_BEAUTIFY_FLAG" val="#fgm#"/>
  <p:tag name="KSO_WM_DIAGRAM_GROUP_CODE" val="1"/>
  <p:tag name="KSO_WM_FIGMA_FLAG" val="#fgm#"/>
  <p:tag name="KSO_WM_UNIT_INDEX" val="1_2_1"/>
  <p:tag name="KSO_WM_UNIT_TYPE" val="l_h_x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6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9"/>
  <p:tag name="$PH_EXT" val="1"/>
  <p:tag name="KSO_WM_BEAUTIFY_FLAG" val="#fgm#"/>
  <p:tag name="KSO_WM_DIAGRAM_GROUP_CODE" val="1"/>
  <p:tag name="KSO_WM_FIGMA_FLAG" val="#fgm#"/>
  <p:tag name="KSO_WM_UNIT_INDEX" val="1_3_1"/>
  <p:tag name="KSO_WM_UNIT_TYPE" val="l_h_x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615b8438d11040b1d59036992b72647e4f336ea9"/>
  <p:tag name="KSO_WM_NEWLAYOUT_GROUP_ID" val="layout_6"/>
  <p:tag name="KSO_WM_NEWLAYOUT_ID" val="slide_a8556cd901320e4b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ca59ca036d4674a2acb725d07bd4d70823466387"/>
  <p:tag name="KSO_WM_NEWLAYOUT_GROUP_ID" val="layout_48"/>
  <p:tag name="KSO_WM_NEWLAYOUT_ID" val="slide_27cc099696412825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90eb99b6f0696b360413b62b3af981a3a0edd824"/>
  <p:tag name="KSO_WM_NEWLAYOUT_GROUP_ID" val="layout_26"/>
  <p:tag name="KSO_WM_NEWLAYOUT_ID" val="slide_e3c93414deaf5687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b9925783d0050d2d3aed0326034b629e10ea83e9"/>
  <p:tag name="KSO_WM_NEWLAYOUT_GROUP_ID" val="layout_53"/>
  <p:tag name="KSO_WM_NEWLAYOUT_ID" val="slide_a51f9d830a889bd4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ae219b06e88d783093c0cb3a78391284431b195d"/>
  <p:tag name="KSO_WM_NEWLAYOUT_GROUP_ID" val="layout_30"/>
  <p:tag name="KSO_WM_NEWLAYOUT_ID" val="slide_b20026bcd68884eb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4_1"/>
  <p:tag name="KSO_WM_UNIT_TYPE" val="l_h_i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a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f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adea5a714fc733e7104c8f86f5f16deb8df9736a"/>
  <p:tag name="KSO_WM_NEWLAYOUT_GROUP_ID" val="layout_34"/>
  <p:tag name="KSO_WM_NEWLAYOUT_ID" val="slide_a31d5fa52b571dd3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7"/>
  <p:tag name="KSO_WM_BEAUTIFY_FLAG" val="#wm#"/>
  <p:tag name="KSO_WM_TAG_VERSION" val="3.0"/>
  <p:tag name="LAYOUTZORDER" val="2"/>
  <p:tag name="KSO_WM_UNIT_ID" val="_10*i*7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1"/>
  <p:tag name="KSO_WM_BEAUTIFY_FLAG" val="#wm#"/>
  <p:tag name="KSO_WM_TAG_VERSION" val="3.0"/>
  <p:tag name="LAYOUTZORDER" val="2"/>
  <p:tag name="KSO_WM_UNIT_ID" val="_10*i*1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3"/>
  <p:tag name="KSO_WM_BEAUTIFY_FLAG" val="#wm#"/>
  <p:tag name="KSO_WM_TAG_VERSION" val="3.0"/>
  <p:tag name="LAYOUTZORDER" val="4"/>
  <p:tag name="KSO_WM_UNIT_ID" val="_10*i*3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EXT_TYPE" val="1"/>
  <p:tag name="KSO_WM_UNIT_TYPE" val="a"/>
  <p:tag name="KSO_WM_LAYOUT_CHECK_HASH" val="43285738de51033a679db30f555c5ec0374664c7"/>
  <p:tag name="KSO_WM_NEWLAYOUT_ID" val="66"/>
  <p:tag name="KSO_WM_UNIT_ID" val="_10*a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YPE" val="e"/>
  <p:tag name="KSO_WM_UNIT_ID" val="_10*e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2"/>
  <p:tag name="KSO_WM_BEAUTIFY_FLAG" val="#wm#"/>
  <p:tag name="KSO_WM_TAG_VERSION" val="3.0"/>
  <p:tag name="LAYOUTZORDER" val="12"/>
  <p:tag name="KSO_WM_UNIT_ID" val="_10*i*2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EXT_TYPE" val="1"/>
  <p:tag name="KSO_WM_UNIT_TYPE" val="b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EXT_TYPE" val="1"/>
  <p:tag name="KSO_WM_UNIT_TYPE" val="a"/>
  <p:tag name="KSO_WM_LAYOUT_CHECK_HASH" val="bb6ab932160b79f9259728c7a356af56e1bc4859"/>
  <p:tag name="KSO_WM_NEWLAYOUT_GROUP_ID" val="layout_1-5"/>
  <p:tag name="KSO_WM_NEWLAYOUT_ID" val="slide_ba60fb0293b23fda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SUBTYPE" val="d"/>
  <p:tag name="KSO_WM_UNIT_TYPE" val="l_h_i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2"/>
  <p:tag name="KSO_WM_UNIT_TYPE" val="l_h_i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SUBTYPE" val="d"/>
  <p:tag name="KSO_WM_UNIT_TYPE" val="l_h_i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2"/>
  <p:tag name="KSO_WM_UNIT_TYPE" val="l_h_i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SUBTYPE" val="d"/>
  <p:tag name="KSO_WM_UNIT_TYPE" val="l_h_i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2"/>
  <p:tag name="KSO_WM_UNIT_TYPE" val="l_h_i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SUBTYPE" val="d"/>
  <p:tag name="KSO_WM_UNIT_TYPE" val="l_h_i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4_2"/>
  <p:tag name="KSO_WM_UNIT_TYPE" val="l_h_i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a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5_1"/>
  <p:tag name="KSO_WM_UNIT_SUBTYPE" val="d"/>
  <p:tag name="KSO_WM_UNIT_TYPE" val="l_h_i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5_2"/>
  <p:tag name="KSO_WM_UNIT_TYPE" val="l_h_i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5_1"/>
  <p:tag name="KSO_WM_UNIT_TYPE" val="l_h_a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6_1"/>
  <p:tag name="KSO_WM_UNIT_SUBTYPE" val="d"/>
  <p:tag name="KSO_WM_UNIT_TYPE" val="l_h_i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6_2"/>
  <p:tag name="KSO_WM_UNIT_TYPE" val="l_h_i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6_1"/>
  <p:tag name="KSO_WM_UNIT_TYPE" val="l_h_a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  <p:tag name="KSO_WM_TEMPLATE_INDEX" val="40481071"/>
  <p:tag name="KSO_WM_TEMPLATE_CATEGORY" val="custom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  <p:tag name="KSO_WM_UNIT_ISNUMDGMTITLE" val="0"/>
  <p:tag name="KSO_WM_TEMPLATE_INDEX" val="40481071"/>
  <p:tag name="KSO_WM_TEMPLATE_CATEGORY" val="custom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CATEGORY" val="custom"/>
  <p:tag name="KSO_WM_TEMPLATE_USER_THEME" val="1"/>
  <p:tag name="KSO_WM_TEMPLATE_INDEX" val="40481071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  <p:tag name="KSO_WM_TEMPLATE_CATEGORY" val="custom"/>
  <p:tag name="KSO_WM_TEMPLATE_USER_THEME" val="1"/>
  <p:tag name="KSO_WM_UNIT_ISNUMDGMTITLE" val="0"/>
  <p:tag name="KSO_WM_UNIT_NOCLEAR" val="0"/>
  <p:tag name="KSO_WM_TEMPLATE_INDEX" val="40481071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  <p:tag name="KSO_WM_TEMPLATE_CATEGORY" val="custom"/>
  <p:tag name="KSO_WM_TEMPLATE_USER_THEME" val="1"/>
  <p:tag name="KSO_WM_UNIT_ISNUMDGMTITLE" val="0"/>
  <p:tag name="KSO_WM_UNIT_NOCLEAR" val="0"/>
  <p:tag name="KSO_WM_TEMPLATE_INDEX" val="40481071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  <p:tag name="KSO_WM_TEMPLATE_CATEGORY" val="custom"/>
  <p:tag name="KSO_WM_TEMPLATE_USER_THEME" val="1"/>
  <p:tag name="KSO_WM_UNIT_ISNUMDGMTITLE" val="0"/>
  <p:tag name="KSO_WM_UNIT_NOCLEAR" val="0"/>
  <p:tag name="KSO_WM_TEMPLATE_INDEX" val="40481071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f"/>
  <p:tag name="KSO_WM_UNIT_INDEX" val="1"/>
  <p:tag name="KSO_WM_UNIT_ID" val="_3*f*1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f"/>
  <p:tag name="KSO_WM_UNIT_INDEX" val="2"/>
  <p:tag name="KSO_WM_UNIT_ID" val="_3*f*2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a"/>
  <p:tag name="KSO_WM_UNIT_INDEX" val="1"/>
  <p:tag name="KSO_WM_UNIT_ID" val="_3*a*1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f"/>
  <p:tag name="KSO_WM_UNIT_INDEX" val="1"/>
  <p:tag name="KSO_WM_UNIT_ID" val="_4*f*1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f"/>
  <p:tag name="KSO_WM_UNIT_INDEX" val="2"/>
  <p:tag name="KSO_WM_UNIT_ID" val="_4*f*2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f"/>
  <p:tag name="KSO_WM_UNIT_INDEX" val="3"/>
  <p:tag name="KSO_WM_UNIT_ID" val="_4*f*3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f"/>
  <p:tag name="KSO_WM_UNIT_INDEX" val="4"/>
  <p:tag name="KSO_WM_UNIT_ID" val="_4*f*4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4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4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4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a"/>
  <p:tag name="KSO_WM_UNIT_INDEX" val="1"/>
  <p:tag name="KSO_WM_UNIT_ID" val="_4*a*1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5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5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5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a"/>
  <p:tag name="KSO_WM_UNIT_INDEX" val="1"/>
  <p:tag name="KSO_WM_UNIT_ID" val="_5*a*1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6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6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6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f"/>
  <p:tag name="KSO_WM_UNIT_INDEX" val="1"/>
  <p:tag name="KSO_WM_UNIT_ID" val="_7*f*1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7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7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7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8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8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8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f"/>
  <p:tag name="KSO_WM_UNIT_INDEX" val="1"/>
  <p:tag name="KSO_WM_UNIT_ID" val="_8*f*1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a"/>
  <p:tag name="KSO_WM_UNIT_INDEX" val="1"/>
  <p:tag name="KSO_WM_UNIT_ID" val="_8*a*1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7"/>
  <p:tag name="KSO_WM_BEAUTIFY_FLAG" val="#wm#"/>
  <p:tag name="KSO_WM_TAG_VERSION" val="3.0"/>
  <p:tag name="LAYOUTZORDER" val="2"/>
  <p:tag name="KSO_WM_UNIT_ID" val="_9*i*7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1"/>
  <p:tag name="KSO_WM_BEAUTIFY_FLAG" val="#wm#"/>
  <p:tag name="KSO_WM_TAG_VERSION" val="3.0"/>
  <p:tag name="LAYOUTZORDER" val="3"/>
  <p:tag name="KSO_WM_UNIT_ID" val="_9*i*1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3"/>
  <p:tag name="KSO_WM_BEAUTIFY_FLAG" val="#wm#"/>
  <p:tag name="KSO_WM_TAG_VERSION" val="3.0"/>
  <p:tag name="LAYOUTZORDER" val="4"/>
  <p:tag name="KSO_WM_UNIT_ID" val="_9*i*3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2"/>
  <p:tag name="KSO_WM_BEAUTIFY_FLAG" val="#wm#"/>
  <p:tag name="KSO_WM_TAG_VERSION" val="3.0"/>
  <p:tag name="LAYOUTZORDER" val="12"/>
  <p:tag name="KSO_WM_UNIT_ID" val="_9*i*2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20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21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22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23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24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25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26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27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28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29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30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31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32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33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34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35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f"/>
  <p:tag name="KSO_WM_BEAUTIFY_FLAG" val="#wm#"/>
  <p:tag name="KSO_WM_FIGMA_FLAG" val="#fgm#"/>
  <p:tag name="KSO_WM_UNIT_INDEX" val="1"/>
  <p:tag name="KSO_WM_UNIT_SUBTYPE" val="c"/>
  <p:tag name="KSO_WM_UNIT_TEXT_TYPE" val="1"/>
  <p:tag name="KSO_WM_UNIT_ID" val="_9*f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a"/>
  <p:tag name="KSO_WM_BEAUTIFY_FLAG" val="#wm#"/>
  <p:tag name="KSO_WM_FIGMA_FLAG" val="#fgm#"/>
  <p:tag name="KSO_WM_UNIT_INDEX" val="1"/>
  <p:tag name="KSO_WM_UNIT_TEXT_TYPE" val="1"/>
  <p:tag name="KSO_WM_LAYOUT_CHECK_HASH" val="0a882c8e6f0cd69f9fb3797d609f847da8a527e8"/>
  <p:tag name="KSO_WM_NEWLAYOUT_ID" val="58"/>
  <p:tag name="KSO_WM_UNIT_ID" val="_9*a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2"/>
  <p:tag name="KSO_WM_UNIT_SUBTYPE" val="b"/>
  <p:tag name="KSO_WM_UNIT_TEXT_TYPE" val="1"/>
  <p:tag name="KSO_WM_UNIT_TYPE" val="f"/>
  <p:tag name="KSO_WM_UNIT_ID" val="_9*f*2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7"/>
  <p:tag name="KSO_WM_BEAUTIFY_FLAG" val="#wm#"/>
  <p:tag name="KSO_WM_TAG_VERSION" val="3.0"/>
  <p:tag name="LAYOUTZORDER" val="2"/>
  <p:tag name="KSO_WM_UNIT_ID" val="_10*i*7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1"/>
  <p:tag name="KSO_WM_BEAUTIFY_FLAG" val="#wm#"/>
  <p:tag name="KSO_WM_TAG_VERSION" val="3.0"/>
  <p:tag name="LAYOUTZORDER" val="2"/>
  <p:tag name="KSO_WM_UNIT_ID" val="_10*i*1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3"/>
  <p:tag name="KSO_WM_BEAUTIFY_FLAG" val="#wm#"/>
  <p:tag name="KSO_WM_TAG_VERSION" val="3.0"/>
  <p:tag name="LAYOUTZORDER" val="4"/>
  <p:tag name="KSO_WM_UNIT_ID" val="_10*i*3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EXT_TYPE" val="1"/>
  <p:tag name="KSO_WM_UNIT_TYPE" val="a"/>
  <p:tag name="KSO_WM_LAYOUT_CHECK_HASH" val="43285738de51033a679db30f555c5ec0374664c7"/>
  <p:tag name="KSO_WM_NEWLAYOUT_ID" val="66"/>
  <p:tag name="KSO_WM_UNIT_ID" val="_10*a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YPE" val="e"/>
  <p:tag name="KSO_WM_UNIT_ID" val="_10*e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2"/>
  <p:tag name="KSO_WM_BEAUTIFY_FLAG" val="#wm#"/>
  <p:tag name="KSO_WM_TAG_VERSION" val="3.0"/>
  <p:tag name="LAYOUTZORDER" val="12"/>
  <p:tag name="KSO_WM_UNIT_ID" val="_10*i*2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7"/>
  <p:tag name="KSO_WM_BEAUTIFY_FLAG" val="#wm#"/>
  <p:tag name="KSO_WM_TAG_VERSION" val="3.0"/>
  <p:tag name="LAYOUTZORDER" val="2"/>
  <p:tag name="KSO_WM_UNIT_ID" val="_11*i*7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4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1"/>
  <p:tag name="KSO_WM_BEAUTIFY_FLAG" val="#wm#"/>
  <p:tag name="KSO_WM_TAG_VERSION" val="3.0"/>
  <p:tag name="LAYOUTZORDER" val="3"/>
  <p:tag name="KSO_WM_UNIT_ID" val="_11*i*1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4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3"/>
  <p:tag name="KSO_WM_BEAUTIFY_FLAG" val="#wm#"/>
  <p:tag name="KSO_WM_TAG_VERSION" val="3.0"/>
  <p:tag name="LAYOUTZORDER" val="4"/>
  <p:tag name="KSO_WM_UNIT_ID" val="_11*i*3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4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2"/>
  <p:tag name="KSO_WM_BEAUTIFY_FLAG" val="#wm#"/>
  <p:tag name="KSO_WM_TAG_VERSION" val="3.0"/>
  <p:tag name="LAYOUTZORDER" val="12"/>
  <p:tag name="KSO_WM_UNIT_ID" val="_11*i*2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4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FIGMA_FLAG" val="#fgm#"/>
  <p:tag name="KSO_WM_UNIT_INDEX" val="1"/>
  <p:tag name="KSO_WM_UNIT_TEXT_TYPE" val="1"/>
  <p:tag name="KSO_WM_UNIT_TYPE" val="b"/>
  <p:tag name="KSO_WM_UNIT_ID" val="_11*b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a"/>
  <p:tag name="KSO_WM_BEAUTIFY_FLAG" val="#wm#"/>
  <p:tag name="KSO_WM_FIGMA_FLAG" val="#fgm#"/>
  <p:tag name="KSO_WM_UNIT_INDEX" val="1"/>
  <p:tag name="KSO_WM_UNIT_TEXT_TYPE" val="1"/>
  <p:tag name="KSO_WM_LAYOUT_CHECK_HASH" val="e2df125973510e1f60e96e6661379dcd91c26d53"/>
  <p:tag name="KSO_WM_NEWLAYOUT_ID" val="70"/>
  <p:tag name="KSO_WM_UNIT_ID" val="_11*a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left"/>
  <p:tag name="KSO_WM_SLIDE_HAS_MASK" val="0"/>
  <p:tag name="KSO_WM_SLIDE_ITEM_CNT" val="0"/>
  <p:tag name="KSO_WM_SLIDE_TYPE" val="title"/>
  <p:tag name="KSO_WM_TEMPLATE_SUBCATEGORY" val="29"/>
  <p:tag name="KSO_WM_BEAUTIFY_FLAG" val="#wm#"/>
  <p:tag name="KSO_WM_TEMPLATE_SLIDE_ID" val="slide_d799d37ec7ee1a76"/>
  <p:tag name="KSO_WM_TEMPLATE_THUMBS_INDEX" val="1、9"/>
  <p:tag name="KSO_WM_TEMPLATE_INDEX" val="40481071"/>
  <p:tag name="KSO_WM_TEMPLATE_CATEGORY" val="custom"/>
  <p:tag name="KSO_WM_SLIDE_INDEX" val="1"/>
  <p:tag name="KSO_WM_SLIDE_ID" val="custom40481071_1"/>
  <p:tag name="KSO_WM_TEMPLATE_MASTER_TYPE" val="0"/>
  <p:tag name="KSO_WM_SLIDE_LAYOUT" val="a_f"/>
  <p:tag name="KSO_WM_SLIDE_LAYOUT_CNT" val="1_2"/>
</p:tagLst>
</file>

<file path=ppt/tags/tag4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a"/>
  <p:tag name="KSO_WM_BEAUTIFY_FLAG" val="#wm#"/>
  <p:tag name="KSO_WM_FIGMA_FLAG" val="#fgm#"/>
  <p:tag name="KSO_WM_UNIT_INDEX" val="1"/>
  <p:tag name="KSO_WM_UNIT_TEXT_TYPE" val="1"/>
  <p:tag name="KSO_WM_LAYOUT_CHECK_HASH" val="0a882c8e6f0cd69f9fb3797d609f847da8a527e8"/>
  <p:tag name="KSO_WM_NEWLAYOUT_ID" val="58"/>
  <p:tag name="KSO_WM_UNIT_PRESET_TEXT" val="单击此处&#10;添加文档标题"/>
  <p:tag name="KSO_WM_UNIT_ID" val="_9*a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2"/>
  <p:tag name="KSO_WM_UNIT_SUBTYPE" val="b"/>
  <p:tag name="KSO_WM_UNIT_TEXT_TYPE" val="1"/>
  <p:tag name="KSO_WM_UNIT_TYPE" val="f"/>
  <p:tag name="KSO_WM_UNIT_PRESET_TEXT" val="BY WPS"/>
  <p:tag name="KSO_WM_UNIT_ID" val="_9*f*2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"/>
  <p:tag name="KSO_WM_SLIDE_HAS_MASK" val="0"/>
  <p:tag name="KSO_WM_SLIDE_ITEM_CNT" val="6"/>
  <p:tag name="KSO_WM_SLIDE_TYPE" val="contents"/>
  <p:tag name="KSO_WM_TEMPLATE_SUBCATEGORY" val="29"/>
  <p:tag name="KSO_WM_BEAUTIFY_FLAG" val="#wm#"/>
  <p:tag name="KSO_WM_TEMPLATE_FIGMA_ID" val="69796634318"/>
  <p:tag name="KSO_WM_TEMPLATE_SLIDE_ID" val="slide_ba60fb0293b23fda"/>
</p:tagLst>
</file>

<file path=ppt/tags/tag4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EXT_TYPE" val="1"/>
  <p:tag name="KSO_WM_UNIT_TYPE" val="b"/>
</p:tagLst>
</file>

<file path=ppt/tags/tag4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EXT_TYPE" val="1"/>
  <p:tag name="KSO_WM_UNIT_TYPE" val="a"/>
  <p:tag name="KSO_WM_LAYOUT_CHECK_HASH" val="bb6ab932160b79f9259728c7a356af56e1bc4859"/>
  <p:tag name="KSO_WM_NEWLAYOUT_GROUP_ID" val="layout_1-5"/>
  <p:tag name="KSO_WM_NEWLAYOUT_ID" val="slide_ba60fb0293b23fda"/>
</p:tagLst>
</file>

<file path=ppt/tags/tag4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SUBTYPE" val="d"/>
  <p:tag name="KSO_WM_UNIT_TYPE" val="l_h_i"/>
  <p:tag name="KSO_WM_UNIT_PRESET_TEXT" val="01"/>
  <p:tag name="KSO_WM_SLIDE_FIGMA_DIAGRAM" val="1"/>
</p:tagLst>
</file>

<file path=ppt/tags/tag4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2"/>
  <p:tag name="KSO_WM_UNIT_TYPE" val="l_h_i"/>
  <p:tag name="KSO_WM_UNIT_PRESET_TEXT" val=" "/>
  <p:tag name="KSO_WM_SLIDE_FIGMA_DIAGRAM" val="1"/>
</p:tagLst>
</file>

<file path=ppt/tags/tag4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  <p:tag name="KSO_WM_UNIT_PRESET_TEXT" val="单击此处添加项标题"/>
  <p:tag name="KSO_WM_SLIDE_FIGMA_DIAGRAM" val="1"/>
</p:tagLst>
</file>

<file path=ppt/tags/tag4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SUBTYPE" val="d"/>
  <p:tag name="KSO_WM_UNIT_TYPE" val="l_h_i"/>
  <p:tag name="KSO_WM_UNIT_PRESET_TEXT" val="02"/>
  <p:tag name="KSO_WM_SLIDE_FIGMA_DIAGRAM" val="1"/>
</p:tagLst>
</file>

<file path=ppt/tags/tag4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2"/>
  <p:tag name="KSO_WM_UNIT_TYPE" val="l_h_i"/>
  <p:tag name="KSO_WM_UNIT_PRESET_TEXT" val=" "/>
  <p:tag name="KSO_WM_SLIDE_FIGMA_DIAGRAM" val="1"/>
</p:tagLst>
</file>

<file path=ppt/tags/tag4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  <p:tag name="KSO_WM_UNIT_PRESET_TEXT" val="单击此处添加项标题"/>
  <p:tag name="KSO_WM_SLIDE_FIGMA_DIAGRAM" val="1"/>
</p:tagLst>
</file>

<file path=ppt/tags/tag4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SUBTYPE" val="d"/>
  <p:tag name="KSO_WM_UNIT_TYPE" val="l_h_i"/>
  <p:tag name="KSO_WM_UNIT_PRESET_TEXT" val="03"/>
  <p:tag name="KSO_WM_SLIDE_FIGMA_DIAGRAM" val="1"/>
</p:tagLst>
</file>

<file path=ppt/tags/tag4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2"/>
  <p:tag name="KSO_WM_UNIT_TYPE" val="l_h_i"/>
  <p:tag name="KSO_WM_UNIT_PRESET_TEXT" val=" "/>
  <p:tag name="KSO_WM_SLIDE_FIGMA_DIAGRAM" val="1"/>
</p:tagLst>
</file>

<file path=ppt/tags/tag4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  <p:tag name="KSO_WM_UNIT_PRESET_TEXT" val="单击此处添加项标题"/>
  <p:tag name="KSO_WM_SLIDE_FIGMA_DIAGRAM" val="1"/>
</p:tagLst>
</file>

<file path=ppt/tags/tag4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SUBTYPE" val="d"/>
  <p:tag name="KSO_WM_UNIT_TYPE" val="l_h_i"/>
  <p:tag name="KSO_WM_UNIT_PRESET_TEXT" val="04"/>
  <p:tag name="KSO_WM_SLIDE_FIGMA_DIAGRAM" val="1"/>
</p:tagLst>
</file>

<file path=ppt/tags/tag4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4_2"/>
  <p:tag name="KSO_WM_UNIT_TYPE" val="l_h_i"/>
  <p:tag name="KSO_WM_UNIT_PRESET_TEXT" val=" "/>
  <p:tag name="KSO_WM_SLIDE_FIGMA_DIAGRAM" val="1"/>
</p:tagLst>
</file>

<file path=ppt/tags/tag4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a"/>
  <p:tag name="KSO_WM_UNIT_PRESET_TEXT" val="单击此处添加项标题"/>
  <p:tag name="KSO_WM_SLIDE_FIGMA_DIAGRAM" val="1"/>
</p:tagLst>
</file>

<file path=ppt/tags/tag4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5_1"/>
  <p:tag name="KSO_WM_UNIT_SUBTYPE" val="d"/>
  <p:tag name="KSO_WM_UNIT_TYPE" val="l_h_i"/>
  <p:tag name="KSO_WM_UNIT_PRESET_TEXT" val="05"/>
  <p:tag name="KSO_WM_SLIDE_FIGMA_DIAGRAM" val="1"/>
</p:tagLst>
</file>

<file path=ppt/tags/tag4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5_2"/>
  <p:tag name="KSO_WM_UNIT_TYPE" val="l_h_i"/>
  <p:tag name="KSO_WM_UNIT_PRESET_TEXT" val=" "/>
  <p:tag name="KSO_WM_SLIDE_FIGMA_DIAGRAM" val="1"/>
</p:tagLst>
</file>

<file path=ppt/tags/tag4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5_1"/>
  <p:tag name="KSO_WM_UNIT_TYPE" val="l_h_a"/>
  <p:tag name="KSO_WM_UNIT_PRESET_TEXT" val="单击此处添加项标题"/>
  <p:tag name="KSO_WM_SLIDE_FIGMA_DIAGRAM" val="1"/>
</p:tagLst>
</file>

<file path=ppt/tags/tag4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6_1"/>
  <p:tag name="KSO_WM_UNIT_SUBTYPE" val="d"/>
  <p:tag name="KSO_WM_UNIT_TYPE" val="l_h_i"/>
  <p:tag name="KSO_WM_UNIT_PRESET_TEXT" val="06"/>
  <p:tag name="KSO_WM_SLIDE_FIGMA_DIAGRAM" val="1"/>
</p:tagLst>
</file>

<file path=ppt/tags/tag4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6_2"/>
  <p:tag name="KSO_WM_UNIT_TYPE" val="l_h_i"/>
  <p:tag name="KSO_WM_UNIT_PRESET_TEXT" val=" "/>
  <p:tag name="KSO_WM_SLIDE_FIGMA_DIAGRAM" val="1"/>
</p:tagLst>
</file>

<file path=ppt/tags/tag4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6_1"/>
  <p:tag name="KSO_WM_UNIT_TYPE" val="l_h_a"/>
  <p:tag name="KSO_WM_UNIT_PRESET_TEXT" val="单击此处添加项标题"/>
  <p:tag name="KSO_WM_SLIDE_FIGMA_DIAGRAM" val="1"/>
</p:tagLst>
</file>

<file path=ppt/tags/tag4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right"/>
  <p:tag name="KSO_WM_SLIDE_HAS_MASK" val="0"/>
  <p:tag name="KSO_WM_SLIDE_ITEM_CNT" val="0"/>
  <p:tag name="KSO_WM_SLIDE_TYPE" val="sectionTitle"/>
  <p:tag name="KSO_WM_TEMPLATE_SUBCATEGORY" val="29"/>
  <p:tag name="KSO_WM_BEAUTIFY_FLAG" val="#wm#"/>
  <p:tag name="KSO_WM_TEMPLATE_SLIDE_ID" val="slide_d635315789958f2d"/>
  <p:tag name="KSO_WM_TEMPLATE_INDEX" val="40481071"/>
  <p:tag name="KSO_WM_TEMPLATE_CATEGORY" val="custom"/>
  <p:tag name="KSO_WM_SLIDE_INDEX" val="7"/>
  <p:tag name="KSO_WM_SLIDE_ID" val="custom40481071_7"/>
  <p:tag name="KSO_WM_TEMPLATE_MASTER_TYPE" val="0"/>
  <p:tag name="KSO_WM_SLIDE_LAYOUT" val="a_e"/>
  <p:tag name="KSO_WM_SLIDE_LAYOUT_CNT" val="1_1"/>
</p:tagLst>
</file>

<file path=ppt/tags/tag4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EXT_TYPE" val="1"/>
  <p:tag name="KSO_WM_UNIT_TYPE" val="a"/>
  <p:tag name="KSO_WM_LAYOUT_CHECK_HASH" val="43285738de51033a679db30f555c5ec0374664c7"/>
  <p:tag name="KSO_WM_NEWLAYOUT_ID" val="66"/>
  <p:tag name="KSO_WM_UNIT_PRESET_TEXT" val="单击此处添加章节标题"/>
  <p:tag name="KSO_WM_UNIT_ID" val="_10*a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YPE" val="e"/>
  <p:tag name="KSO_WM_UNIT_PRESET_TEXT" val="01"/>
  <p:tag name="KSO_WM_UNIT_ID" val="_10*e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"/>
  <p:tag name="KSO_WM_SLIDE_HAS_MASK" val="0"/>
  <p:tag name="KSO_WM_SLIDE_ITEM_CNT" val="4"/>
  <p:tag name="KSO_WM_SLIDE_TYPE" val="text"/>
  <p:tag name="KSO_WM_TEMPLATE_SUBCATEGORY" val="29"/>
  <p:tag name="KSO_WM_BEAUTIFY_FLAG" val="#wm#"/>
  <p:tag name="KSO_WM_TEMPLATE_FIGMA_ID" val="69796634318"/>
  <p:tag name="KSO_WM_TEMPLATE_SLIDE_ID" val="slide_b20026bcd68884eb"/>
</p:tagLst>
</file>

<file path=ppt/tags/tag4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ae219b06e88d783093c0cb3a78391284431b195d"/>
  <p:tag name="KSO_WM_NEWLAYOUT_GROUP_ID" val="layout_30"/>
  <p:tag name="KSO_WM_NEWLAYOUT_ID" val="slide_b20026bcd68884eb"/>
  <p:tag name="KSO_WM_UNIT_PRESET_TEXT" val="单击此处添加标题"/>
</p:tagLst>
</file>

<file path=ppt/tags/tag4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d"/>
  <p:tag name="MH_PIC_SOURCE_TYPE" val="generate_slide_ai*{&quot;id&quot;:&quot;VCG41N1438324457&quot;,&quot;product_name&quot;:&quot;wps-wpp-pc&quot;,&quot;intention_code&quot;:&quot;wps_wpp_generate_theme_pay&quot;}*auto_gallery_ai_v2.1.6_ONLINE*3563633666396262313330306465353866396339373532373363613231646338-slide-4"/>
</p:tagLst>
</file>

<file path=ppt/tags/tag4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  <p:tag name="KSO_WM_UNIT_PRESET_TEXT" val=" "/>
</p:tagLst>
</file>

<file path=ppt/tags/tag4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  <p:tag name="KSO_WM_UNIT_PRESET_TEXT" val="单击添加项标题"/>
</p:tagLst>
</file>

<file path=ppt/tags/tag4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  <p:tag name="KSO_WM_UNIT_PRESET_TEXT" val="单击此处添加项正文"/>
</p:tagLst>
</file>

<file path=ppt/tags/tag4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  <p:tag name="KSO_WM_UNIT_PRESET_TEXT" val=" "/>
</p:tagLst>
</file>

<file path=ppt/tags/tag4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  <p:tag name="KSO_WM_UNIT_PRESET_TEXT" val="单击添加项标题"/>
</p:tagLst>
</file>

<file path=ppt/tags/tag4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  <p:tag name="KSO_WM_UNIT_PRESET_TEXT" val="单击此处添加项正文"/>
</p:tagLst>
</file>

<file path=ppt/tags/tag4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  <p:tag name="KSO_WM_UNIT_PRESET_TEXT" val=" "/>
</p:tagLst>
</file>

<file path=ppt/tags/tag4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  <p:tag name="KSO_WM_UNIT_PRESET_TEXT" val="单击添加项标题"/>
</p:tagLst>
</file>

<file path=ppt/tags/tag4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  <p:tag name="KSO_WM_UNIT_PRESET_TEXT" val="单击此处添加项正文"/>
</p:tagLst>
</file>

<file path=ppt/tags/tag4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4_1"/>
  <p:tag name="KSO_WM_UNIT_TYPE" val="l_h_i"/>
  <p:tag name="KSO_WM_UNIT_PRESET_TEXT" val=" "/>
</p:tagLst>
</file>

<file path=ppt/tags/tag4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a"/>
  <p:tag name="KSO_WM_UNIT_PRESET_TEXT" val="单击添加项标题"/>
</p:tagLst>
</file>

<file path=ppt/tags/tag4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f"/>
  <p:tag name="KSO_WM_UNIT_PRESET_TEXT" val="单击此处添加项正文"/>
</p:tagLst>
</file>

<file path=ppt/tags/tag4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right"/>
  <p:tag name="KSO_WM_SLIDE_HAS_MASK" val="0"/>
  <p:tag name="KSO_WM_SLIDE_ITEM_CNT" val="0"/>
  <p:tag name="KSO_WM_SLIDE_TYPE" val="sectionTitle"/>
  <p:tag name="KSO_WM_TEMPLATE_SUBCATEGORY" val="29"/>
  <p:tag name="KSO_WM_BEAUTIFY_FLAG" val="#wm#"/>
  <p:tag name="KSO_WM_TEMPLATE_SLIDE_ID" val="slide_d635315789958f2d"/>
  <p:tag name="KSO_WM_TEMPLATE_INDEX" val="40481071"/>
  <p:tag name="KSO_WM_TEMPLATE_CATEGORY" val="custom"/>
  <p:tag name="KSO_WM_SLIDE_INDEX" val="7"/>
  <p:tag name="KSO_WM_SLIDE_ID" val="custom40481071_7"/>
  <p:tag name="KSO_WM_TEMPLATE_MASTER_TYPE" val="0"/>
  <p:tag name="KSO_WM_SLIDE_LAYOUT" val="a_e"/>
  <p:tag name="KSO_WM_SLIDE_LAYOUT_CNT" val="1_1"/>
</p:tagLst>
</file>

<file path=ppt/tags/tag4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EXT_TYPE" val="1"/>
  <p:tag name="KSO_WM_UNIT_TYPE" val="a"/>
  <p:tag name="KSO_WM_LAYOUT_CHECK_HASH" val="43285738de51033a679db30f555c5ec0374664c7"/>
  <p:tag name="KSO_WM_NEWLAYOUT_ID" val="66"/>
  <p:tag name="KSO_WM_UNIT_PRESET_TEXT" val="单击此处添加章节标题"/>
  <p:tag name="KSO_WM_UNIT_ID" val="_10*a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YPE" val="e"/>
  <p:tag name="KSO_WM_UNIT_PRESET_TEXT" val="01"/>
  <p:tag name="KSO_WM_UNIT_ID" val="_10*e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FIGMA_ID" val="69796634318"/>
  <p:tag name="KSO_WM_TEMPLATE_SLIDE_ID" val="slide_a51f9d830a889bd4"/>
</p:tagLst>
</file>

<file path=ppt/tags/tag4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  <p:tag name="KSO_WM_UNIT_PRESET_TEXT" val=" "/>
</p:tagLst>
</file>

<file path=ppt/tags/tag4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  <p:tag name="KSO_WM_UNIT_PRESET_TEXT" val="单击添加项标题"/>
</p:tagLst>
</file>

<file path=ppt/tags/tag4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  <p:tag name="KSO_WM_UNIT_PRESET_TEXT" val=" "/>
</p:tagLst>
</file>

<file path=ppt/tags/tag4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  <p:tag name="KSO_WM_UNIT_PRESET_TEXT" val="单击此处添加项正文"/>
</p:tagLst>
</file>

<file path=ppt/tags/tag4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FIGMA_ID" val="69796634318"/>
  <p:tag name="KSO_WM_TEMPLATE_SLIDE_ID" val="slide_e3c93414deaf5687"/>
</p:tagLst>
</file>

<file path=ppt/tags/tag4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right"/>
  <p:tag name="KSO_WM_SLIDE_HAS_MASK" val="0"/>
  <p:tag name="KSO_WM_SLIDE_ITEM_CNT" val="0"/>
  <p:tag name="KSO_WM_SLIDE_TYPE" val="sectionTitle"/>
  <p:tag name="KSO_WM_TEMPLATE_SUBCATEGORY" val="29"/>
  <p:tag name="KSO_WM_BEAUTIFY_FLAG" val="#wm#"/>
  <p:tag name="KSO_WM_TEMPLATE_SLIDE_ID" val="slide_d635315789958f2d"/>
  <p:tag name="KSO_WM_TEMPLATE_INDEX" val="40481071"/>
  <p:tag name="KSO_WM_TEMPLATE_CATEGORY" val="custom"/>
  <p:tag name="KSO_WM_SLIDE_INDEX" val="7"/>
  <p:tag name="KSO_WM_SLIDE_ID" val="custom40481071_7"/>
  <p:tag name="KSO_WM_TEMPLATE_MASTER_TYPE" val="0"/>
  <p:tag name="KSO_WM_SLIDE_LAYOUT" val="a_e"/>
  <p:tag name="KSO_WM_SLIDE_LAYOUT_CNT" val="1_1"/>
</p:tagLst>
</file>

<file path=ppt/tags/tag4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EXT_TYPE" val="1"/>
  <p:tag name="KSO_WM_UNIT_TYPE" val="a"/>
  <p:tag name="KSO_WM_LAYOUT_CHECK_HASH" val="43285738de51033a679db30f555c5ec0374664c7"/>
  <p:tag name="KSO_WM_NEWLAYOUT_ID" val="66"/>
  <p:tag name="KSO_WM_UNIT_PRESET_TEXT" val="单击此处添加章节标题"/>
  <p:tag name="KSO_WM_UNIT_ID" val="_10*a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YPE" val="e"/>
  <p:tag name="KSO_WM_UNIT_PRESET_TEXT" val="01"/>
  <p:tag name="KSO_WM_UNIT_ID" val="_10*e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FIGMA_ID" val="69796634318"/>
  <p:tag name="KSO_WM_TEMPLATE_SLIDE_ID" val="slide_a8556cd901320e4b"/>
</p:tagLst>
</file>

<file path=ppt/tags/tag4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  <p:tag name="KSO_WM_UNIT_PRESET_TEXT" val=" "/>
</p:tagLst>
</file>

<file path=ppt/tags/tag4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  <p:tag name="KSO_WM_UNIT_PRESET_TEXT" val="单击此处添加项标题"/>
</p:tagLst>
</file>

<file path=ppt/tags/tag4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  <p:tag name="KSO_WM_UNIT_PRESET_TEXT" val="单击此处添加项正文"/>
</p:tagLst>
</file>

<file path=ppt/tags/tag4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  <p:tag name="KSO_WM_UNIT_PRESET_TEXT" val=" "/>
</p:tagLst>
</file>

<file path=ppt/tags/tag4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  <p:tag name="KSO_WM_UNIT_PRESET_TEXT" val="单击此处添加项标题"/>
</p:tagLst>
</file>

<file path=ppt/tags/tag4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  <p:tag name="KSO_WM_UNIT_PRESET_TEXT" val="单击此处添加项正文"/>
</p:tagLst>
</file>

<file path=ppt/tags/tag4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  <p:tag name="KSO_WM_UNIT_PRESET_TEXT" val=" "/>
</p:tagLst>
</file>

<file path=ppt/tags/tag4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  <p:tag name="KSO_WM_UNIT_PRESET_TEXT" val="单击此处添加项标题"/>
</p:tagLst>
</file>

<file path=ppt/tags/tag4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  <p:tag name="KSO_WM_UNIT_PRESET_TEXT" val="单击此处添加项正文"/>
</p:tagLst>
</file>

<file path=ppt/tags/tag4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right"/>
  <p:tag name="KSO_WM_SLIDE_HAS_MASK" val="0"/>
  <p:tag name="KSO_WM_SLIDE_ITEM_CNT" val="0"/>
  <p:tag name="KSO_WM_SLIDE_TYPE" val="sectionTitle"/>
  <p:tag name="KSO_WM_TEMPLATE_SUBCATEGORY" val="29"/>
  <p:tag name="KSO_WM_BEAUTIFY_FLAG" val="#wm#"/>
  <p:tag name="KSO_WM_TEMPLATE_SLIDE_ID" val="slide_d635315789958f2d"/>
  <p:tag name="KSO_WM_TEMPLATE_INDEX" val="40481071"/>
  <p:tag name="KSO_WM_TEMPLATE_CATEGORY" val="custom"/>
  <p:tag name="KSO_WM_SLIDE_INDEX" val="7"/>
  <p:tag name="KSO_WM_SLIDE_ID" val="custom40481071_7"/>
  <p:tag name="KSO_WM_TEMPLATE_MASTER_TYPE" val="0"/>
  <p:tag name="KSO_WM_SLIDE_LAYOUT" val="a_e"/>
  <p:tag name="KSO_WM_SLIDE_LAYOUT_CNT" val="1_1"/>
</p:tagLst>
</file>

<file path=ppt/tags/tag4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EXT_TYPE" val="1"/>
  <p:tag name="KSO_WM_UNIT_TYPE" val="a"/>
  <p:tag name="KSO_WM_LAYOUT_CHECK_HASH" val="43285738de51033a679db30f555c5ec0374664c7"/>
  <p:tag name="KSO_WM_NEWLAYOUT_ID" val="66"/>
  <p:tag name="KSO_WM_UNIT_PRESET_TEXT" val="单击此处添加章节标题"/>
  <p:tag name="KSO_WM_UNIT_ID" val="_10*a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YPE" val="e"/>
  <p:tag name="KSO_WM_UNIT_PRESET_TEXT" val="01"/>
  <p:tag name="KSO_WM_UNIT_ID" val="_10*e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FIGMA_ID" val="69796634318"/>
  <p:tag name="KSO_WM_TEMPLATE_SLIDE_ID" val="slide_1b601487e8903dfa"/>
</p:tagLst>
</file>

<file path=ppt/tags/tag4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  <p:tag name="KSO_WM_UNIT_PRESET_TEXT" val="单击此处添加项正文"/>
</p:tagLst>
</file>

<file path=ppt/tags/tag4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  <p:tag name="KSO_WM_UNIT_PRESET_TEXT" val="单击此处添加项正文"/>
</p:tagLst>
</file>

<file path=ppt/tags/tag4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  <p:tag name="KSO_WM_UNIT_PRESET_TEXT" val="单击此处添加项正文"/>
</p:tagLst>
</file>

<file path=ppt/tags/tag4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FIGMA_ID" val="69796634318"/>
  <p:tag name="KSO_WM_TEMPLATE_SLIDE_ID" val="slide_865fe7baa74391ac"/>
</p:tagLst>
</file>

<file path=ppt/tags/tag4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  <p:tag name="KSO_WM_UNIT_PRESET_TEXT" val="单击添加项标题"/>
</p:tagLst>
</file>

<file path=ppt/tags/tag4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right"/>
  <p:tag name="KSO_WM_SLIDE_HAS_MASK" val="0"/>
  <p:tag name="KSO_WM_SLIDE_ITEM_CNT" val="0"/>
  <p:tag name="KSO_WM_SLIDE_TYPE" val="sectionTitle"/>
  <p:tag name="KSO_WM_TEMPLATE_SUBCATEGORY" val="29"/>
  <p:tag name="KSO_WM_BEAUTIFY_FLAG" val="#wm#"/>
  <p:tag name="KSO_WM_TEMPLATE_SLIDE_ID" val="slide_d635315789958f2d"/>
  <p:tag name="KSO_WM_TEMPLATE_INDEX" val="40481071"/>
  <p:tag name="KSO_WM_TEMPLATE_CATEGORY" val="custom"/>
  <p:tag name="KSO_WM_SLIDE_INDEX" val="7"/>
  <p:tag name="KSO_WM_SLIDE_ID" val="custom40481071_7"/>
  <p:tag name="KSO_WM_TEMPLATE_MASTER_TYPE" val="0"/>
  <p:tag name="KSO_WM_SLIDE_LAYOUT" val="a_e"/>
  <p:tag name="KSO_WM_SLIDE_LAYOUT_CNT" val="1_1"/>
</p:tagLst>
</file>

<file path=ppt/tags/tag4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EXT_TYPE" val="1"/>
  <p:tag name="KSO_WM_UNIT_TYPE" val="a"/>
  <p:tag name="KSO_WM_LAYOUT_CHECK_HASH" val="43285738de51033a679db30f555c5ec0374664c7"/>
  <p:tag name="KSO_WM_NEWLAYOUT_ID" val="66"/>
  <p:tag name="KSO_WM_UNIT_PRESET_TEXT" val="单击此处添加章节标题"/>
  <p:tag name="KSO_WM_UNIT_ID" val="_10*a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YPE" val="e"/>
  <p:tag name="KSO_WM_UNIT_PRESET_TEXT" val="01"/>
  <p:tag name="KSO_WM_UNIT_ID" val="_10*e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FIGMA_ID" val="69796634318"/>
  <p:tag name="KSO_WM_TEMPLATE_SLIDE_ID" val="slide_d665d6f003d2fe82"/>
</p:tagLst>
</file>

<file path=ppt/tags/tag4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  <p:tag name="KSO_WM_UNIT_PRESET_TEXT" val="单击此处添加项标题"/>
</p:tagLst>
</file>

<file path=ppt/tags/tag4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  <p:tag name="KSO_WM_UNIT_PRESET_TEXT" val="单击此处添加项正文"/>
</p:tagLst>
</file>

<file path=ppt/tags/tag4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  <p:tag name="KSO_WM_UNIT_PRESET_TEXT" val="单击此处添加项标题"/>
</p:tagLst>
</file>

<file path=ppt/tags/tag4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  <p:tag name="KSO_WM_UNIT_PRESET_TEXT" val="单击此处添加项正文"/>
</p:tagLst>
</file>

<file path=ppt/tags/tag4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FIGMA_ID" val="69796634318"/>
  <p:tag name="KSO_WM_TEMPLATE_SLIDE_ID" val="slide_26021527a696b8ba"/>
</p:tagLst>
</file>

<file path=ppt/tags/tag4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  <p:tag name="KSO_WM_UNIT_PRESET_TEXT" val="单击此处添加项标题"/>
</p:tagLst>
</file>

<file path=ppt/tags/tag4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  <p:tag name="KSO_WM_UNIT_PRESET_TEXT" val="单击此处添加项正文"/>
</p:tagLst>
</file>

<file path=ppt/tags/tag4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  <p:tag name="KSO_WM_UNIT_PRESET_TEXT" val="单击此处添加项标题"/>
</p:tagLst>
</file>

<file path=ppt/tags/tag4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  <p:tag name="KSO_WM_UNIT_PRESET_TEXT" val="单击此处添加项正文"/>
</p:tagLst>
</file>

<file path=ppt/tags/tag4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  <p:tag name="KSO_WM_UNIT_PRESET_TEXT" val="单击此处添加项标题"/>
</p:tagLst>
</file>

<file path=ppt/tags/tag4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  <p:tag name="KSO_WM_UNIT_PRESET_TEXT" val="单击此处添加项正文"/>
</p:tagLst>
</file>

<file path=ppt/tags/tag4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right"/>
  <p:tag name="KSO_WM_SLIDE_HAS_MASK" val="0"/>
  <p:tag name="KSO_WM_SLIDE_ITEM_CNT" val="0"/>
  <p:tag name="KSO_WM_SLIDE_TYPE" val="sectionTitle"/>
  <p:tag name="KSO_WM_TEMPLATE_SUBCATEGORY" val="29"/>
  <p:tag name="KSO_WM_BEAUTIFY_FLAG" val="#wm#"/>
  <p:tag name="KSO_WM_TEMPLATE_SLIDE_ID" val="slide_d635315789958f2d"/>
  <p:tag name="KSO_WM_TEMPLATE_INDEX" val="40481071"/>
  <p:tag name="KSO_WM_TEMPLATE_CATEGORY" val="custom"/>
  <p:tag name="KSO_WM_SLIDE_INDEX" val="7"/>
  <p:tag name="KSO_WM_SLIDE_ID" val="custom40481071_7"/>
  <p:tag name="KSO_WM_TEMPLATE_MASTER_TYPE" val="0"/>
  <p:tag name="KSO_WM_SLIDE_LAYOUT" val="a_e"/>
  <p:tag name="KSO_WM_SLIDE_LAYOUT_CNT" val="1_1"/>
</p:tagLst>
</file>

<file path=ppt/tags/tag4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EXT_TYPE" val="1"/>
  <p:tag name="KSO_WM_UNIT_TYPE" val="a"/>
  <p:tag name="KSO_WM_LAYOUT_CHECK_HASH" val="43285738de51033a679db30f555c5ec0374664c7"/>
  <p:tag name="KSO_WM_NEWLAYOUT_ID" val="66"/>
  <p:tag name="KSO_WM_UNIT_PRESET_TEXT" val="单击此处添加章节标题"/>
  <p:tag name="KSO_WM_UNIT_ID" val="_10*a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YPE" val="e"/>
  <p:tag name="KSO_WM_UNIT_PRESET_TEXT" val="01"/>
  <p:tag name="KSO_WM_UNIT_ID" val="_10*e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"/>
  <p:tag name="KSO_WM_SLIDE_HAS_MASK" val="0"/>
  <p:tag name="KSO_WM_SLIDE_ITEM_CNT" val="4"/>
  <p:tag name="KSO_WM_SLIDE_TYPE" val="text"/>
  <p:tag name="KSO_WM_TEMPLATE_SUBCATEGORY" val="29"/>
  <p:tag name="KSO_WM_BEAUTIFY_FLAG" val="#wm#"/>
  <p:tag name="KSO_WM_TEMPLATE_FIGMA_ID" val="69796634318"/>
  <p:tag name="KSO_WM_TEMPLATE_SLIDE_ID" val="slide_f7b9aa46f714e91f"/>
</p:tagLst>
</file>

<file path=ppt/tags/tag5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4397527fe3e047aef73261a47c6daa6e4eb26c00"/>
  <p:tag name="KSO_WM_NEWLAYOUT_GROUP_ID" val="layout_38"/>
  <p:tag name="KSO_WM_NEWLAYOUT_ID" val="slide_f7b9aa46f714e91f"/>
  <p:tag name="KSO_WM_UNIT_PRESET_TEXT" val="单击此处添加标题"/>
</p:tagLst>
</file>

<file path=ppt/tags/tag5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left"/>
  <p:tag name="KSO_WM_SLIDE_HAS_MASK" val="0"/>
  <p:tag name="KSO_WM_SLIDE_ITEM_CNT" val="0"/>
  <p:tag name="KSO_WM_SLIDE_TYPE" val="endPage"/>
  <p:tag name="KSO_WM_TEMPLATE_SUBCATEGORY" val="29"/>
  <p:tag name="KSO_WM_BEAUTIFY_FLAG" val="#wm#"/>
  <p:tag name="KSO_WM_TEMPLATE_SLIDE_ID" val="slide_06be46c9219ad451"/>
  <p:tag name="KSO_WM_TEMPLATE_INDEX" val="40481071"/>
  <p:tag name="KSO_WM_TEMPLATE_CATEGORY" val="custom"/>
  <p:tag name="KSO_WM_SLIDE_INDEX" val="9"/>
  <p:tag name="KSO_WM_SLIDE_ID" val="custom40481071_9"/>
  <p:tag name="KSO_WM_TEMPLATE_MASTER_TYPE" val="0"/>
  <p:tag name="KSO_WM_SLIDE_LAYOUT" val="a_b"/>
  <p:tag name="KSO_WM_SLIDE_LAYOUT_CNT" val="1_1"/>
</p:tagLst>
</file>

<file path=ppt/tags/tag5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FIGMA_FLAG" val="#fgm#"/>
  <p:tag name="KSO_WM_UNIT_INDEX" val="1"/>
  <p:tag name="KSO_WM_UNIT_TEXT_TYPE" val="1"/>
  <p:tag name="KSO_WM_UNIT_TYPE" val="b"/>
  <p:tag name="KSO_WM_UNIT_PRESET_TEXT" val="THE END"/>
  <p:tag name="KSO_WM_UNIT_ID" val="_11*b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5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a"/>
  <p:tag name="KSO_WM_BEAUTIFY_FLAG" val="#wm#"/>
  <p:tag name="KSO_WM_FIGMA_FLAG" val="#fgm#"/>
  <p:tag name="KSO_WM_UNIT_INDEX" val="1"/>
  <p:tag name="KSO_WM_UNIT_TEXT_TYPE" val="1"/>
  <p:tag name="KSO_WM_LAYOUT_CHECK_HASH" val="e2df125973510e1f60e96e6661379dcd91c26d53"/>
  <p:tag name="KSO_WM_NEWLAYOUT_ID" val="70"/>
  <p:tag name="KSO_WM_UNIT_PRESET_TEXT" val="谢谢观看"/>
  <p:tag name="KSO_WM_UNIT_ID" val="_11*a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spect">
      <a:majorFont>
        <a:latin typeface="微软雅黑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">
  <a:themeElements>
    <a:clrScheme name="自定义 72">
      <a:dk1>
        <a:srgbClr val="000000"/>
      </a:dk1>
      <a:lt1>
        <a:srgbClr val="FFFFFF"/>
      </a:lt1>
      <a:dk2>
        <a:srgbClr val="17212F"/>
      </a:dk2>
      <a:lt2>
        <a:srgbClr val="F6F8FB"/>
      </a:lt2>
      <a:accent1>
        <a:srgbClr val="46648D"/>
      </a:accent1>
      <a:accent2>
        <a:srgbClr val="EEC681"/>
      </a:accent2>
      <a:accent3>
        <a:srgbClr val="46648D"/>
      </a:accent3>
      <a:accent4>
        <a:srgbClr val="EEC681"/>
      </a:accent4>
      <a:accent5>
        <a:srgbClr val="46648D"/>
      </a:accent5>
      <a:accent6>
        <a:srgbClr val="EEC681"/>
      </a:accent6>
      <a:hlink>
        <a:srgbClr val="0026E5"/>
      </a:hlink>
      <a:folHlink>
        <a:srgbClr val="7E1FAD"/>
      </a:folHlink>
    </a:clrScheme>
    <a:fontScheme name="简约 商务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625</Words>
  <Application>Microsoft Office PowerPoint</Application>
  <PresentationFormat>宽屏</PresentationFormat>
  <Paragraphs>113</Paragraphs>
  <Slides>19</Slides>
  <Notes>0</Notes>
  <HiddenSlides>0</HiddenSlides>
  <MMClips>1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19</vt:i4>
      </vt:variant>
    </vt:vector>
  </HeadingPairs>
  <TitlesOfParts>
    <vt:vector size="25" baseType="lpstr">
      <vt:lpstr>MiSans Bold</vt:lpstr>
      <vt:lpstr>MiSans Light</vt:lpstr>
      <vt:lpstr>微软雅黑</vt:lpstr>
      <vt:lpstr>Arial</vt:lpstr>
      <vt:lpstr>Office 主题</vt:lpstr>
      <vt:lpstr>1_Office 主题</vt:lpstr>
      <vt:lpstr>AI 学习平台 </vt:lpstr>
      <vt:lpstr>目录</vt:lpstr>
      <vt:lpstr>项目概述</vt:lpstr>
      <vt:lpstr>学习平台功能概览</vt:lpstr>
      <vt:lpstr>团队分工和成员贡献 </vt:lpstr>
      <vt:lpstr>AI教师教学</vt:lpstr>
      <vt:lpstr>PowerPoint 演示文稿</vt:lpstr>
      <vt:lpstr>PowerPoint 演示文稿</vt:lpstr>
      <vt:lpstr>课堂提问互动</vt:lpstr>
      <vt:lpstr>PowerPoint 演示文稿</vt:lpstr>
      <vt:lpstr>课程总结与学习报告</vt:lpstr>
      <vt:lpstr>PowerPoint 演示文稿</vt:lpstr>
      <vt:lpstr>PowerPoint 演示文稿</vt:lpstr>
      <vt:lpstr>课后作业</vt:lpstr>
      <vt:lpstr>PowerPoint 演示文稿</vt:lpstr>
      <vt:lpstr>PowerPoint 演示文稿</vt:lpstr>
      <vt:lpstr>项目视频展示</vt:lpstr>
      <vt:lpstr>视频展示</vt:lpstr>
      <vt:lpstr>谢谢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学习平台 </dc:title>
  <dc:creator/>
  <cp:lastModifiedBy>家祺 瞿</cp:lastModifiedBy>
  <cp:revision>89</cp:revision>
  <dcterms:created xsi:type="dcterms:W3CDTF">2025-10-28T09:00:00Z</dcterms:created>
  <dcterms:modified xsi:type="dcterms:W3CDTF">2025-11-09T15:32:28Z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2052-12.1.0.23125</vt:lpwstr>
  </property>
  <property fmtid="{D5CDD505-2E9C-101B-9397-08002B2CF9AE}" pid="3" name="ICV">
    <vt:lpwstr>B75C98F4C40948689CB49D1002CA5FAC</vt:lpwstr>
  </property>
  <property fmtid="{D5CDD505-2E9C-101B-9397-08002B2CF9AE}" pid="4" name="KSOTemplateUUID">
    <vt:lpwstr>v1.0_ai_69796634318</vt:lpwstr>
  </property>
</Properties>
</file>